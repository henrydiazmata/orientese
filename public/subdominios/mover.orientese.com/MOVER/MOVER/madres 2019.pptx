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4" d="100"/>
          <a:sy n="74" d="100"/>
        </p:scale>
        <p:origin x="84" y="-1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60D033AD-6E6C-4B6C-8962-184F9FE743EC}" type="datetimeFigureOut">
              <a:rPr lang="pt-BR" smtClean="0"/>
              <a:t>12/05/2019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3354439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60D033AD-6E6C-4B6C-8962-184F9FE743EC}" type="datetimeFigureOut">
              <a:rPr lang="pt-BR" smtClean="0"/>
              <a:t>12/05/2019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1515584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Editar estilos de texto Mestre</a:t>
            </a:r>
          </a:p>
        </p:txBody>
      </p:sp>
      <p:sp>
        <p:nvSpPr>
          <p:cNvPr id="4" name="Espaço Reservado para Data 3"/>
          <p:cNvSpPr>
            <a:spLocks noGrp="1"/>
          </p:cNvSpPr>
          <p:nvPr>
            <p:ph type="dt" sz="half" idx="10"/>
          </p:nvPr>
        </p:nvSpPr>
        <p:spPr/>
        <p:txBody>
          <a:bodyPr/>
          <a:lstStyle/>
          <a:p>
            <a:fld id="{60D033AD-6E6C-4B6C-8962-184F9FE743EC}" type="datetimeFigureOut">
              <a:rPr lang="pt-BR" smtClean="0"/>
              <a:t>12/05/2019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3318918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60D033AD-6E6C-4B6C-8962-184F9FE743EC}" type="datetimeFigureOut">
              <a:rPr lang="pt-BR" smtClean="0"/>
              <a:t>12/05/2019</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3115175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60D033AD-6E6C-4B6C-8962-184F9FE743EC}" type="datetimeFigureOut">
              <a:rPr lang="pt-BR" smtClean="0"/>
              <a:t>12/05/2019</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3935040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60D033AD-6E6C-4B6C-8962-184F9FE743EC}" type="datetimeFigureOut">
              <a:rPr lang="pt-BR" smtClean="0"/>
              <a:t>12/05/2019</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811526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0D033AD-6E6C-4B6C-8962-184F9FE743EC}" type="datetimeFigureOut">
              <a:rPr lang="pt-BR" smtClean="0"/>
              <a:t>12/05/2019</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184376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Espaço Reservado para Data 4"/>
          <p:cNvSpPr>
            <a:spLocks noGrp="1"/>
          </p:cNvSpPr>
          <p:nvPr>
            <p:ph type="dt" sz="half" idx="10"/>
          </p:nvPr>
        </p:nvSpPr>
        <p:spPr/>
        <p:txBody>
          <a:bodyPr/>
          <a:lstStyle/>
          <a:p>
            <a:fld id="{60D033AD-6E6C-4B6C-8962-184F9FE743EC}" type="datetimeFigureOut">
              <a:rPr lang="pt-BR" smtClean="0"/>
              <a:t>12/05/2019</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256203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Espaço Reservado para Data 4"/>
          <p:cNvSpPr>
            <a:spLocks noGrp="1"/>
          </p:cNvSpPr>
          <p:nvPr>
            <p:ph type="dt" sz="half" idx="10"/>
          </p:nvPr>
        </p:nvSpPr>
        <p:spPr/>
        <p:txBody>
          <a:bodyPr/>
          <a:lstStyle/>
          <a:p>
            <a:fld id="{60D033AD-6E6C-4B6C-8962-184F9FE743EC}" type="datetimeFigureOut">
              <a:rPr lang="pt-BR" smtClean="0"/>
              <a:t>12/05/2019</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898890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60D033AD-6E6C-4B6C-8962-184F9FE743EC}" type="datetimeFigureOut">
              <a:rPr lang="pt-BR" smtClean="0"/>
              <a:t>12/05/2019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3392481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60D033AD-6E6C-4B6C-8962-184F9FE743EC}" type="datetimeFigureOut">
              <a:rPr lang="pt-BR" smtClean="0"/>
              <a:t>12/05/2019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F699D24-5A76-4529-817A-48475D3DE20A}" type="slidenum">
              <a:rPr lang="pt-BR" smtClean="0"/>
              <a:t>‹nº›</a:t>
            </a:fld>
            <a:endParaRPr lang="pt-BR"/>
          </a:p>
        </p:txBody>
      </p:sp>
    </p:spTree>
    <p:extLst>
      <p:ext uri="{BB962C8B-B14F-4D97-AF65-F5344CB8AC3E}">
        <p14:creationId xmlns:p14="http://schemas.microsoft.com/office/powerpoint/2010/main" val="35101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033AD-6E6C-4B6C-8962-184F9FE743EC}" type="datetimeFigureOut">
              <a:rPr lang="pt-BR" smtClean="0"/>
              <a:t>12/05/2019</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99D24-5A76-4529-817A-48475D3DE20A}" type="slidenum">
              <a:rPr lang="pt-BR" smtClean="0"/>
              <a:t>‹nº›</a:t>
            </a:fld>
            <a:endParaRPr lang="pt-BR"/>
          </a:p>
        </p:txBody>
      </p:sp>
    </p:spTree>
    <p:extLst>
      <p:ext uri="{BB962C8B-B14F-4D97-AF65-F5344CB8AC3E}">
        <p14:creationId xmlns:p14="http://schemas.microsoft.com/office/powerpoint/2010/main" val="609884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360608" y="394692"/>
            <a:ext cx="11590986" cy="12157174"/>
          </a:xfrm>
          <a:prstGeom prst="rect">
            <a:avLst/>
          </a:prstGeom>
          <a:noFill/>
        </p:spPr>
        <p:txBody>
          <a:bodyPr wrap="square" rtlCol="0">
            <a:spAutoFit/>
          </a:bodyPr>
          <a:lstStyle/>
          <a:p>
            <a:r>
              <a:rPr lang="es-VE" sz="1400" dirty="0" smtClean="0"/>
              <a:t>A ti mujer, que te has convertido en madre, teniendo o no, la formación, la edad, la educación, la estabilidad o la mínima aceptación y apoyo de tus seres queridos.</a:t>
            </a:r>
          </a:p>
          <a:p>
            <a:endParaRPr lang="es-VE" sz="1400" dirty="0" smtClean="0"/>
          </a:p>
          <a:p>
            <a:r>
              <a:rPr lang="es-VE" sz="1400" dirty="0" smtClean="0"/>
              <a:t>En estos tempos, cuando los valores y principios éticos de la sociedad perteneciente a la llamada cultura occidental, que se entiende como parte integral de la sociedad humana, están siendo tergiversados, cambiados, invertidos y/o ignorados, por tendencias ideológicas y religiosas adversas a esta cultura y sociedad.</a:t>
            </a:r>
          </a:p>
          <a:p>
            <a:endParaRPr lang="es-VE" sz="1400" dirty="0" smtClean="0"/>
          </a:p>
          <a:p>
            <a:r>
              <a:rPr lang="es-VE" sz="1400" dirty="0" smtClean="0"/>
              <a:t>No podemos menos que sentirnos muy preocupados por ti, ya que eres objetivo de esas tendencias, y como si fuese poco, tus hijos, nacidos o en gestación, también.</a:t>
            </a:r>
          </a:p>
          <a:p>
            <a:endParaRPr lang="es-VE" sz="1400" dirty="0" smtClean="0"/>
          </a:p>
          <a:p>
            <a:r>
              <a:rPr lang="es-VE" sz="1400" dirty="0" smtClean="0"/>
              <a:t>La llamada cultura occidental de la cual eres parte, de manera consciente o no, tiene como una de sus bases fundamentales a la sociedad, lo que implica que la familia sea su primera estructura organizativa.</a:t>
            </a:r>
          </a:p>
          <a:p>
            <a:endParaRPr lang="es-VE" sz="1400" dirty="0" smtClean="0"/>
          </a:p>
          <a:p>
            <a:r>
              <a:rPr lang="es-VE" sz="1400" dirty="0" smtClean="0"/>
              <a:t>La sociedad se conforma de individuos que forman parte de una familia, vinculados a través de un sistema de deberes y derechos, basados en cinco principios fundamentales conocidos como libertad, igualdad, respeto, propiedad y seguridad.</a:t>
            </a:r>
          </a:p>
          <a:p>
            <a:endParaRPr lang="es-VE" sz="1400" dirty="0" smtClean="0"/>
          </a:p>
          <a:p>
            <a:r>
              <a:rPr lang="es-VE" sz="1400" dirty="0" smtClean="0"/>
              <a:t>Esta sociedad occidental se organiza como Estados, siendo estos, una estructura organizativa creada en un territorio determinado por los individuos que viven en el mismo.</a:t>
            </a:r>
          </a:p>
          <a:p>
            <a:endParaRPr lang="es-VE" sz="1400" dirty="0" smtClean="0"/>
          </a:p>
          <a:p>
            <a:r>
              <a:rPr lang="es-VE" sz="1400" dirty="0" smtClean="0"/>
              <a:t>Estos Estados, tienen una estructura organizativa, identificada con la estructura organizativa como es organizada una familia, es decir, les unen vínculos afectivos, intereses, objetivos, idioma, historia, cultura, filosofía y credo, al menos.</a:t>
            </a:r>
          </a:p>
          <a:p>
            <a:endParaRPr lang="es-VE" sz="1400" dirty="0" smtClean="0"/>
          </a:p>
          <a:p>
            <a:r>
              <a:rPr lang="es-VE" sz="1400" dirty="0" smtClean="0"/>
              <a:t>La relación se basa, como ya se dijo, en los principios de libertad, igualdad, respeto, propiedad y seguridad, y con la cualidad esencial del </a:t>
            </a:r>
            <a:r>
              <a:rPr lang="es-VE" sz="1400" dirty="0" smtClean="0"/>
              <a:t>servicio mutuo, aún y cuando existe la relación orden-obediencia, también existe la relación de servicio mutuo, de lo individual y lo colectivo relacionado de manera armónica, lo que es de todos, es cuidado por todos, lo que es personal, es cuidado por su dueño, sin que eso afecte una conducta de protección colectiva o pública, es decir, donde todos sepan cuidar y proteger la propiedad ajena o privada así como la pública, eso se identifica como una conducta ciudadana.</a:t>
            </a:r>
          </a:p>
          <a:p>
            <a:endParaRPr lang="es-VE" sz="1400" dirty="0" smtClean="0"/>
          </a:p>
          <a:p>
            <a:r>
              <a:rPr lang="es-VE" sz="1400" dirty="0" smtClean="0"/>
              <a:t>Es así como debes educar a tus hijos, es así como debes entender la relación entre tus hijos, las de los hijos de las otras madres de la misma sociedad tuya, y la de los hijos de otras sociedades afines que conforman otros Estados en otros territorios en otros países.</a:t>
            </a:r>
          </a:p>
          <a:p>
            <a:endParaRPr lang="es-VE" sz="1400" dirty="0" smtClean="0"/>
          </a:p>
          <a:p>
            <a:r>
              <a:rPr lang="es-VE" sz="1400" dirty="0" smtClean="0"/>
              <a:t>Tu, así como tus hijos, son atacados constantemente y por todos los lados posibles, incluso desde antes de la misma concepción, durante y después del alumbramiento. Tu, como madre eres inducida hasta a considerar la suspensión del embarazo, o a no quedar embarazada siquiera o en su defecto, que sea la menor cantidad de veces.</a:t>
            </a:r>
          </a:p>
          <a:p>
            <a:endParaRPr lang="es-VE" sz="1400" dirty="0" smtClean="0"/>
          </a:p>
          <a:p>
            <a:r>
              <a:rPr lang="es-VE" sz="1400" dirty="0" smtClean="0"/>
              <a:t>Y una vez que los tengas, la presión será hacia el tipo de educación que recibirán, o de no recibir alguna, de recibirla incompleta, errada o diferente al deber ser. El objetivo es que esta sociedad cultural occidental, con sus valores y principios éticos y filosóficos, desaparezca o cambie en sus aspectos políticos, sociales, científicos, tecnológicos, artísticos y militares, hasta hacerse sumisa, dependiente o esclava, de sus adversarios, de esos que quieren lo contrario, es decir, que quieren que el Estado no sea tu servidor, sino tu amo, que la religió no sea tu medio para encontrarte con tu Dios, sino para que te sometas a su dios, que tu vida no sea tuya sino la que ese dios y ese Estado amo, te indiquen; que tu familia no sea tuya sino del partido que te dice lo que debes hacer, el como y el cuando, en fin, nos guste o no, existe una organización, con muchos nombres, muchas caras, muchas formas, nacionalidades, gobiernos y uniformes, que tienen un objetivo común, que tu y tu manera de pensar, vivir, ser y creer, cambie y sea como la de ellos. Te guste o no, están empeñados en destruir lo que eres, crees y representas, y no van a dejar de intentarlo hasta conseguirlo.</a:t>
            </a:r>
          </a:p>
          <a:p>
            <a:endParaRPr lang="pt-BR" sz="1400" dirty="0"/>
          </a:p>
          <a:p>
            <a:r>
              <a:rPr lang="es-VE" sz="1400" dirty="0" smtClean="0"/>
              <a:t>Nuestra mayor debilidad es que no estamos conscientes de esto, y por eso, no nos hemos organizado, ni preparado para defendernos debidamente de ellos. Estamos dispersos y haciendo cuanto podemos de manera individual, solos a nuestra suerte, tu con tus hijos, nosotros con los nuestros, bajo el mismo ataque, defendiéndonos como y hasta donde podemos, expuestos y sin protección.</a:t>
            </a:r>
          </a:p>
          <a:p>
            <a:endParaRPr lang="pt-BR" sz="1400" dirty="0"/>
          </a:p>
          <a:p>
            <a:r>
              <a:rPr lang="es-VE" sz="1400" dirty="0" smtClean="0"/>
              <a:t>Es tempo para que eso cambie, para que nos organicemos, preparemos y defendamos debidamente de nuestros agresores y enemigos. Este mensaje busca eso, que comencemos por el principio, justamente en tu condición de madre formadora y forjadora de la familia, como base de la sociedad, individual y colectiva, privada y pública.</a:t>
            </a:r>
          </a:p>
          <a:p>
            <a:endParaRPr lang="pt-BR" sz="1400" dirty="0"/>
          </a:p>
          <a:p>
            <a:r>
              <a:rPr lang="es-VE" sz="1400" dirty="0" smtClean="0"/>
              <a:t>Nosotros, en nuestra condición de padres, esposos, hijos y amigos, miembros de esa sociedad de la cual formas y eres parte importante y esencial, tendemos nuestra mano, nuestro brazo, nuestra mente y corazón, para unirnos de manera firme y sincera, con el fin de hacer una gran fuerza, que nos permita enfrentar y vencer, en cualquiera de los terrenos, a nuestros enemigos, y así, crear las mejores condiciones para que tu rol de mujer y madre, pueda desarrollarse de manera justa y perfecta.</a:t>
            </a:r>
          </a:p>
          <a:p>
            <a:endParaRPr lang="pt-BR" sz="1400" dirty="0"/>
          </a:p>
          <a:p>
            <a:r>
              <a:rPr lang="es-VE" sz="1400" dirty="0" smtClean="0"/>
              <a:t>Dios sea con nosotros así como nosotros seamos con él.</a:t>
            </a:r>
            <a:endParaRPr lang="es-VE" sz="1400" dirty="0"/>
          </a:p>
        </p:txBody>
      </p:sp>
    </p:spTree>
    <p:extLst>
      <p:ext uri="{BB962C8B-B14F-4D97-AF65-F5344CB8AC3E}">
        <p14:creationId xmlns:p14="http://schemas.microsoft.com/office/powerpoint/2010/main" val="588453544"/>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1009</Words>
  <Application>Microsoft Office PowerPoint</Application>
  <PresentationFormat>Widescreen</PresentationFormat>
  <Paragraphs>29</Paragraphs>
  <Slides>1</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vt:i4>
      </vt:variant>
    </vt:vector>
  </HeadingPairs>
  <TitlesOfParts>
    <vt:vector size="5" baseType="lpstr">
      <vt:lpstr>Arial</vt:lpstr>
      <vt:lpstr>Calibri</vt:lpstr>
      <vt:lpstr>Calibri Light</vt:lpstr>
      <vt:lpstr>Tema do Office</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Usuário do Windows</dc:creator>
  <cp:lastModifiedBy>Usuário do Windows</cp:lastModifiedBy>
  <cp:revision>10</cp:revision>
  <dcterms:created xsi:type="dcterms:W3CDTF">2019-05-12T17:23:59Z</dcterms:created>
  <dcterms:modified xsi:type="dcterms:W3CDTF">2019-05-12T20:42:35Z</dcterms:modified>
</cp:coreProperties>
</file>