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4" d="100"/>
          <a:sy n="74" d="100"/>
        </p:scale>
        <p:origin x="84" y="5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es-V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es-VE"/>
          </a:p>
        </p:txBody>
      </p:sp>
      <p:sp>
        <p:nvSpPr>
          <p:cNvPr id="4" name="Espaço Reservado para Data 3"/>
          <p:cNvSpPr>
            <a:spLocks noGrp="1"/>
          </p:cNvSpPr>
          <p:nvPr>
            <p:ph type="dt" sz="half" idx="10"/>
          </p:nvPr>
        </p:nvSpPr>
        <p:spPr/>
        <p:txBody>
          <a:body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3868952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Conteúdo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618630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es-VE"/>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Espaço Reservado para Data 3"/>
          <p:cNvSpPr>
            <a:spLocks noGrp="1"/>
          </p:cNvSpPr>
          <p:nvPr>
            <p:ph type="dt" sz="half" idx="10"/>
          </p:nvPr>
        </p:nvSpPr>
        <p:spPr/>
        <p:txBody>
          <a:body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1779747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5" name="Espaço Reservado para Data 4"/>
          <p:cNvSpPr>
            <a:spLocks noGrp="1"/>
          </p:cNvSpPr>
          <p:nvPr>
            <p:ph type="dt" sz="half" idx="10"/>
          </p:nvPr>
        </p:nvSpPr>
        <p:spPr/>
        <p:txBody>
          <a:bodyPr/>
          <a:lstStyle/>
          <a:p>
            <a:fld id="{D5E55921-F72E-41E9-A0B4-ACB7007C1C38}" type="datetimeFigureOut">
              <a:rPr lang="es-VE" smtClean="0"/>
              <a:t>31/12/2020</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334943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es-VE"/>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7" name="Espaço Reservado para Data 6"/>
          <p:cNvSpPr>
            <a:spLocks noGrp="1"/>
          </p:cNvSpPr>
          <p:nvPr>
            <p:ph type="dt" sz="half" idx="10"/>
          </p:nvPr>
        </p:nvSpPr>
        <p:spPr/>
        <p:txBody>
          <a:bodyPr/>
          <a:lstStyle/>
          <a:p>
            <a:fld id="{D5E55921-F72E-41E9-A0B4-ACB7007C1C38}" type="datetimeFigureOut">
              <a:rPr lang="es-VE" smtClean="0"/>
              <a:t>31/12/2020</a:t>
            </a:fld>
            <a:endParaRPr lang="es-VE"/>
          </a:p>
        </p:txBody>
      </p:sp>
      <p:sp>
        <p:nvSpPr>
          <p:cNvPr id="8" name="Espaço Reservado para Rodapé 7"/>
          <p:cNvSpPr>
            <a:spLocks noGrp="1"/>
          </p:cNvSpPr>
          <p:nvPr>
            <p:ph type="ftr" sz="quarter" idx="11"/>
          </p:nvPr>
        </p:nvSpPr>
        <p:spPr/>
        <p:txBody>
          <a:bodyPr/>
          <a:lstStyle/>
          <a:p>
            <a:endParaRPr lang="es-VE"/>
          </a:p>
        </p:txBody>
      </p:sp>
      <p:sp>
        <p:nvSpPr>
          <p:cNvPr id="9" name="Espaço Reservado para Número de Slide 8"/>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864664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Data 2"/>
          <p:cNvSpPr>
            <a:spLocks noGrp="1"/>
          </p:cNvSpPr>
          <p:nvPr>
            <p:ph type="dt" sz="half" idx="10"/>
          </p:nvPr>
        </p:nvSpPr>
        <p:spPr/>
        <p:txBody>
          <a:bodyPr/>
          <a:lstStyle/>
          <a:p>
            <a:fld id="{D5E55921-F72E-41E9-A0B4-ACB7007C1C38}" type="datetimeFigureOut">
              <a:rPr lang="es-VE" smtClean="0"/>
              <a:t>31/12/2020</a:t>
            </a:fld>
            <a:endParaRPr lang="es-VE"/>
          </a:p>
        </p:txBody>
      </p:sp>
      <p:sp>
        <p:nvSpPr>
          <p:cNvPr id="4" name="Espaço Reservado para Rodapé 3"/>
          <p:cNvSpPr>
            <a:spLocks noGrp="1"/>
          </p:cNvSpPr>
          <p:nvPr>
            <p:ph type="ftr" sz="quarter" idx="11"/>
          </p:nvPr>
        </p:nvSpPr>
        <p:spPr/>
        <p:txBody>
          <a:bodyPr/>
          <a:lstStyle/>
          <a:p>
            <a:endParaRPr lang="es-VE"/>
          </a:p>
        </p:txBody>
      </p:sp>
      <p:sp>
        <p:nvSpPr>
          <p:cNvPr id="5" name="Espaço Reservado para Número de Slide 4"/>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203820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5E55921-F72E-41E9-A0B4-ACB7007C1C38}" type="datetimeFigureOut">
              <a:rPr lang="es-VE" smtClean="0"/>
              <a:t>31/12/2020</a:t>
            </a:fld>
            <a:endParaRPr lang="es-VE"/>
          </a:p>
        </p:txBody>
      </p:sp>
      <p:sp>
        <p:nvSpPr>
          <p:cNvPr id="3" name="Espaço Reservado para Rodapé 2"/>
          <p:cNvSpPr>
            <a:spLocks noGrp="1"/>
          </p:cNvSpPr>
          <p:nvPr>
            <p:ph type="ftr" sz="quarter" idx="11"/>
          </p:nvPr>
        </p:nvSpPr>
        <p:spPr/>
        <p:txBody>
          <a:bodyPr/>
          <a:lstStyle/>
          <a:p>
            <a:endParaRPr lang="es-VE"/>
          </a:p>
        </p:txBody>
      </p:sp>
      <p:sp>
        <p:nvSpPr>
          <p:cNvPr id="4" name="Espaço Reservado para Número de Slide 3"/>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1703444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es-VE"/>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D5E55921-F72E-41E9-A0B4-ACB7007C1C38}" type="datetimeFigureOut">
              <a:rPr lang="es-VE" smtClean="0"/>
              <a:t>31/12/2020</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360582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es-VE"/>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V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D5E55921-F72E-41E9-A0B4-ACB7007C1C38}" type="datetimeFigureOut">
              <a:rPr lang="es-VE" smtClean="0"/>
              <a:t>31/12/2020</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3827737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Texto Vertical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215626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es-VE"/>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1DF386E8-7434-4BAF-AC5C-A8074F6723F9}" type="slidenum">
              <a:rPr lang="es-VE" smtClean="0"/>
              <a:t>‹nº›</a:t>
            </a:fld>
            <a:endParaRPr lang="es-VE"/>
          </a:p>
        </p:txBody>
      </p:sp>
    </p:spTree>
    <p:extLst>
      <p:ext uri="{BB962C8B-B14F-4D97-AF65-F5344CB8AC3E}">
        <p14:creationId xmlns:p14="http://schemas.microsoft.com/office/powerpoint/2010/main" val="2158324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es-VE"/>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55921-F72E-41E9-A0B4-ACB7007C1C38}" type="datetimeFigureOut">
              <a:rPr lang="es-VE" smtClean="0"/>
              <a:t>31/12/2020</a:t>
            </a:fld>
            <a:endParaRPr lang="es-VE"/>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VE"/>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386E8-7434-4BAF-AC5C-A8074F6723F9}" type="slidenum">
              <a:rPr lang="es-VE" smtClean="0"/>
              <a:t>‹nº›</a:t>
            </a:fld>
            <a:endParaRPr lang="es-VE"/>
          </a:p>
        </p:txBody>
      </p:sp>
    </p:spTree>
    <p:extLst>
      <p:ext uri="{BB962C8B-B14F-4D97-AF65-F5344CB8AC3E}">
        <p14:creationId xmlns:p14="http://schemas.microsoft.com/office/powerpoint/2010/main" val="1592227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1754326"/>
          </a:xfrm>
          <a:prstGeom prst="rect">
            <a:avLst/>
          </a:prstGeom>
          <a:noFill/>
        </p:spPr>
        <p:txBody>
          <a:bodyPr wrap="square" rtlCol="0">
            <a:spAutoFit/>
          </a:bodyPr>
          <a:lstStyle/>
          <a:p>
            <a:r>
              <a:rPr lang="es-VE" dirty="0" smtClean="0"/>
              <a:t>Saludo de Año nuevo 2021 para Venezuela</a:t>
            </a:r>
          </a:p>
          <a:p>
            <a:r>
              <a:rPr lang="es-VE" dirty="0" smtClean="0"/>
              <a:t>A pesar de los pesares, invitamos a la sociedad venezolana decente que dentro y fuera del país, luchan día a día por mantenerse en la integridad de los sanos principios adquiridos, generación tras generación, de libertad, igualdad, respeto, propiedad y seguridad, principios republicanos que nos fueron transmitidos en nuestros hogares por esos seres que nos han amado y educado con la esperanza de hacer de nosotros los buenos ciudadanos que la patria requiere.</a:t>
            </a:r>
          </a:p>
        </p:txBody>
      </p:sp>
    </p:spTree>
    <p:extLst>
      <p:ext uri="{BB962C8B-B14F-4D97-AF65-F5344CB8AC3E}">
        <p14:creationId xmlns:p14="http://schemas.microsoft.com/office/powerpoint/2010/main" val="4037684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2031325"/>
          </a:xfrm>
          <a:prstGeom prst="rect">
            <a:avLst/>
          </a:prstGeom>
          <a:noFill/>
        </p:spPr>
        <p:txBody>
          <a:bodyPr wrap="square" rtlCol="0">
            <a:spAutoFit/>
          </a:bodyPr>
          <a:lstStyle/>
          <a:p>
            <a:r>
              <a:rPr lang="es-VE" dirty="0" smtClean="0"/>
              <a:t>Les invitamos a buscar las maneras de organizarnos mejor, de apartarnos de esos grupos o bandos que solo quieren mantenerse en el poder o tomarlo para disfrutar de sus beneficios de manera viciosa, corrupta y dañina. Sabemos que no es fácil pero que es posible si le ponemos interés y seriedad, si lo hacemos como profesionales que se esmeran en hacer bien su trabajo, en ser buenos padres, madres, hijos, hermanos, amigos, ciudadanos; que día a día renuevan su esperanza en que Venezuela volverá a ser un país decente, de buenas costumbres, de trabajo honesto, productivo, bien remunerado; con una sociedad amigable, respetuosa, alegre, fraterna, solidaria, consecuente con su fe y sus tradiciones republicanas.</a:t>
            </a:r>
          </a:p>
        </p:txBody>
      </p:sp>
    </p:spTree>
    <p:extLst>
      <p:ext uri="{BB962C8B-B14F-4D97-AF65-F5344CB8AC3E}">
        <p14:creationId xmlns:p14="http://schemas.microsoft.com/office/powerpoint/2010/main" val="77885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4247317"/>
          </a:xfrm>
          <a:prstGeom prst="rect">
            <a:avLst/>
          </a:prstGeom>
          <a:noFill/>
        </p:spPr>
        <p:txBody>
          <a:bodyPr wrap="square" rtlCol="0">
            <a:spAutoFit/>
          </a:bodyPr>
          <a:lstStyle/>
          <a:p>
            <a:r>
              <a:rPr lang="es-VE" dirty="0" smtClean="0"/>
              <a:t>Venezolanos, varones y hembras, citadinos y campesinos, profesionales y técnicos, obreros y empleados, pescadores y artesanos, estudiantes y aprendices, seglares y militares, activos o retirados, que quieren y desean una Venezuela decente, republicana, cristiana, de progreso en armonía con el ambiente, en franco proceso de desarrollo y bienestar, con una calidad de vida acorde a los avances tecnológicos y el trabajo aplicado, este año que ahora inicia, debemos convertirlo en el año de nuestra liberación, de la recuperación de la patria y la refundación de la república, de la reconstrucción del país y la sociedad venezolana. Todo aquel y aquello que se oponga ha de ser enfrentado y superado de las mejores maneras posibles y en el terreno que sea, para que eso sea posible, debemos organizarnos bien para conseguir esos objetivos, recuperar la patria y refundar la república en Venezuela, debemos asumir nuestros deberes con seriedad, organización, hacer lo debido con la mayor profesionalidad y calidad, sin dejarnos llevar por la ira o el rencor, la venganza y el fanatismo, la ignorancia y la superstición, al contrario, debemos prepararnos bien antes de dar cada paso analizarlo bien, evaluar bien las consecuencias, meditar bien los pasos a seguir, depositar en Dios las esperanzas y proceder según nuestras capacidades, los planes trazados y la efectividad de nuestra voluntad y seriedad. Confiemos en nuestras capacidades, pero no dejemos de mejorarlas y aumentarlas.</a:t>
            </a:r>
          </a:p>
        </p:txBody>
      </p:sp>
    </p:spTree>
    <p:extLst>
      <p:ext uri="{BB962C8B-B14F-4D97-AF65-F5344CB8AC3E}">
        <p14:creationId xmlns:p14="http://schemas.microsoft.com/office/powerpoint/2010/main" val="3540737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2585323"/>
          </a:xfrm>
          <a:prstGeom prst="rect">
            <a:avLst/>
          </a:prstGeom>
          <a:noFill/>
        </p:spPr>
        <p:txBody>
          <a:bodyPr wrap="square" rtlCol="0">
            <a:spAutoFit/>
          </a:bodyPr>
          <a:lstStyle/>
          <a:p>
            <a:r>
              <a:rPr lang="es-VE" dirty="0" smtClean="0"/>
              <a:t>Preferibles grupos pequeños con gente de confianza que llenos de judas. Eso sí, todos tras las mismas metas, recuperar la patria y refundar la república en Venezuela. Suena fácil pero no lo es, para eso se necesita, como ya se ha dicho, de organización, seriedad, profesionalismo, decencia y deseos de vencer sin morir en el intento. Evitando toda posibilidad de error, de ser infiltrados por traidores de oficio, esos agentes del gobierno procubano y sus aliados de la llamada oposición democrática, todos son de la misma banda corrupta del socialismo mundial que se ha tomado el país para su propio beneficio y sometido al país y los venezolanos a condición de serviles y esclavos. Esos son los enemigos y como tales deben ser vistos y tratados. Se debe evitar que se infiltren, que los delaten, que los descubran. Por eso es preferible grupos pequeños, de tres o cinco, que se muevan con seriedad, profesionalidad y organización.</a:t>
            </a:r>
          </a:p>
        </p:txBody>
      </p:sp>
    </p:spTree>
    <p:extLst>
      <p:ext uri="{BB962C8B-B14F-4D97-AF65-F5344CB8AC3E}">
        <p14:creationId xmlns:p14="http://schemas.microsoft.com/office/powerpoint/2010/main" val="381597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2308324"/>
          </a:xfrm>
          <a:prstGeom prst="rect">
            <a:avLst/>
          </a:prstGeom>
          <a:noFill/>
        </p:spPr>
        <p:txBody>
          <a:bodyPr wrap="square" rtlCol="0">
            <a:spAutoFit/>
          </a:bodyPr>
          <a:lstStyle/>
          <a:p>
            <a:endParaRPr lang="es-VE" dirty="0" smtClean="0"/>
          </a:p>
          <a:p>
            <a:r>
              <a:rPr lang="es-VE" dirty="0" smtClean="0"/>
              <a:t>Tomen un espacio que conozcan bien, identifiquen a los enemigos, qué hacen, para quien trabajan, a quien sirven, cuales sus debilidades, cuales sus fortalezas, como pasan las informaciones y a quienes las pasan, quienes son los que dan las órdenes y quienes las reciben, quienes los que asesinan y quienes los que señalan las víctimas, en fin, no se dejen descubrir, y una vez que estén bien preparados, entonces procedan con la mayor precisión en sus objetivos, esos que permitan la recuperación de la patria y la refundación de la república en Venezuela. Es una guerra desigual, por eso deben ser muy cuidadosos y hábiles, astutos e inteligentes, pacientes y controlados. Poco a poco, cuando y donde deba ser, ni más ni menos.</a:t>
            </a:r>
          </a:p>
        </p:txBody>
      </p:sp>
    </p:spTree>
    <p:extLst>
      <p:ext uri="{BB962C8B-B14F-4D97-AF65-F5344CB8AC3E}">
        <p14:creationId xmlns:p14="http://schemas.microsoft.com/office/powerpoint/2010/main" val="3141489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2308324"/>
          </a:xfrm>
          <a:prstGeom prst="rect">
            <a:avLst/>
          </a:prstGeom>
          <a:noFill/>
        </p:spPr>
        <p:txBody>
          <a:bodyPr wrap="square" rtlCol="0">
            <a:spAutoFit/>
          </a:bodyPr>
          <a:lstStyle/>
          <a:p>
            <a:endParaRPr lang="es-VE" dirty="0" smtClean="0"/>
          </a:p>
          <a:p>
            <a:r>
              <a:rPr lang="es-VE" dirty="0" smtClean="0"/>
              <a:t>Una vez creado el grupo, estudien bien lo que es una república, como funciona, por qué los próceres quisieron e hicieron de Venezuela una república. Cuáles son sus valores y principios, sus herramientas, sus cualidades y ventajas. Que es ser un republicano y vivir en una república de verdad. Cómo debe ser la nueva república de Venezuela o como debe ser a república en Venezuela. Cómo es la constitución de 1811, la que los fundadores de Venezuela produjeron como base fundamental. Cuales artículos se deben mejorar y cuales actualizar, así como cuales mantener y cuales perfeccionar. Pensemos y actuemos como republicanos, así podremos identificar mejor a los enemigos de la república y ver las formas de vencerlos.</a:t>
            </a:r>
          </a:p>
        </p:txBody>
      </p:sp>
    </p:spTree>
    <p:extLst>
      <p:ext uri="{BB962C8B-B14F-4D97-AF65-F5344CB8AC3E}">
        <p14:creationId xmlns:p14="http://schemas.microsoft.com/office/powerpoint/2010/main" val="1446089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3416320"/>
          </a:xfrm>
          <a:prstGeom prst="rect">
            <a:avLst/>
          </a:prstGeom>
          <a:noFill/>
        </p:spPr>
        <p:txBody>
          <a:bodyPr wrap="square" rtlCol="0">
            <a:spAutoFit/>
          </a:bodyPr>
          <a:lstStyle/>
          <a:p>
            <a:r>
              <a:rPr lang="es-VE" dirty="0" smtClean="0"/>
              <a:t>Dios todopoderoso, Dios de Israel, Dios de Abraham, de María la madre, de Juan el amado, de María la apóstol, de Juan el anunciador, perdona las ofensas del pueblo venezolano, acepta nuestros sacrificios y concédenos la victoria. Permítenos recuperar la patria venezolana y refundar la república en ella este año, o al menos, que se inicie el proceso de recuperación y refundación. Que fracasen todos los planes de quienes la han destruido y te hayan ofendido, que sus crímenes e injusticias sirvan de pruebas en su contra para que tu justicia sea cumplida y que todos los esfuerzos de los venezolanos decentes que siguen siendo fieles a ti, produzca los frutos debidos y acordes a esfuerzo y sacrificios empleados. Sin su ayuda, la recuperación de la patria y la refundación de la república en Venezuela será imposible, con su ayuda y nuestro esfuerzo, dedicación, constancia y sacrificios, será una feliz realidad, procedamos con la esperanza de que tu voluntad será impuesta porque tuyo es el reino, el poder y la gloria, obremos siempre bien, con justicia y fieles a ese Dios pues solo así podremos alcanzar la victoria. Ni la muerte será una derrota, al contrario, será la puerta de entrada para la vida. Dios y nuestro derecho.</a:t>
            </a:r>
          </a:p>
        </p:txBody>
      </p:sp>
    </p:spTree>
    <p:extLst>
      <p:ext uri="{BB962C8B-B14F-4D97-AF65-F5344CB8AC3E}">
        <p14:creationId xmlns:p14="http://schemas.microsoft.com/office/powerpoint/2010/main" val="2018296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01521" y="862885"/>
            <a:ext cx="10212947" cy="646331"/>
          </a:xfrm>
          <a:prstGeom prst="rect">
            <a:avLst/>
          </a:prstGeom>
          <a:noFill/>
        </p:spPr>
        <p:txBody>
          <a:bodyPr wrap="square" rtlCol="0">
            <a:spAutoFit/>
          </a:bodyPr>
          <a:lstStyle/>
          <a:p>
            <a:r>
              <a:rPr lang="es-VE" dirty="0" smtClean="0"/>
              <a:t>La patria venezolana ha de ser recuperada y la república refundada, si procedemos con seriedad, profesionalismo, constancia y según la filosofía republicana y cristiana. Es inevitable.</a:t>
            </a:r>
            <a:endParaRPr lang="es-VE" dirty="0"/>
          </a:p>
        </p:txBody>
      </p:sp>
      <p:pic>
        <p:nvPicPr>
          <p:cNvPr id="2" name="Imagem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188" y="5711007"/>
            <a:ext cx="3832964" cy="973899"/>
          </a:xfrm>
          <a:prstGeom prst="rect">
            <a:avLst/>
          </a:prstGeom>
        </p:spPr>
      </p:pic>
      <p:pic>
        <p:nvPicPr>
          <p:cNvPr id="3" name="Imagem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06150" y="2132548"/>
            <a:ext cx="2514605" cy="4258065"/>
          </a:xfrm>
          <a:prstGeom prst="rect">
            <a:avLst/>
          </a:prstGeom>
        </p:spPr>
      </p:pic>
    </p:spTree>
    <p:extLst>
      <p:ext uri="{BB962C8B-B14F-4D97-AF65-F5344CB8AC3E}">
        <p14:creationId xmlns:p14="http://schemas.microsoft.com/office/powerpoint/2010/main" val="103600062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1216</Words>
  <Application>Microsoft Office PowerPoint</Application>
  <PresentationFormat>Widescreen</PresentationFormat>
  <Paragraphs>11</Paragraphs>
  <Slides>8</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vt:i4>
      </vt:variant>
    </vt:vector>
  </HeadingPairs>
  <TitlesOfParts>
    <vt:vector size="12"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Usuário do Windows</dc:creator>
  <cp:lastModifiedBy>Usuário do Windows</cp:lastModifiedBy>
  <cp:revision>2</cp:revision>
  <dcterms:created xsi:type="dcterms:W3CDTF">2020-12-31T14:56:39Z</dcterms:created>
  <dcterms:modified xsi:type="dcterms:W3CDTF">2020-12-31T15:20:24Z</dcterms:modified>
</cp:coreProperties>
</file>