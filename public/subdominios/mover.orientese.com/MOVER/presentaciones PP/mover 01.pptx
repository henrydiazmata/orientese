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10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630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410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424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706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927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522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387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410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7679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674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422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ADC9A-3A06-4DBF-B9E8-7CA0FA9BB67C}" type="datetimeFigureOut">
              <a:rPr lang="es-VE" smtClean="0"/>
              <a:t>26/7/2020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76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33"/>
          <a:stretch/>
        </p:blipFill>
        <p:spPr>
          <a:xfrm>
            <a:off x="310896" y="1667435"/>
            <a:ext cx="11466576" cy="125134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96" y="3027086"/>
            <a:ext cx="6437376" cy="85143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3" y="3027086"/>
            <a:ext cx="4754880" cy="52042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3" t="-6539" r="36648" b="77922"/>
          <a:stretch/>
        </p:blipFill>
        <p:spPr>
          <a:xfrm>
            <a:off x="284006" y="1160814"/>
            <a:ext cx="7300136" cy="47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47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50" presetClass="exit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45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85185E-6 L 0.54896 0.4432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48" y="2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351</cp:revision>
  <dcterms:created xsi:type="dcterms:W3CDTF">2020-05-30T20:32:45Z</dcterms:created>
  <dcterms:modified xsi:type="dcterms:W3CDTF">2020-07-27T01:17:35Z</dcterms:modified>
</cp:coreProperties>
</file>