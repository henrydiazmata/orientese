
<file path=[Content_Types].xml><?xml version="1.0" encoding="utf-8"?>
<Types xmlns="http://schemas.openxmlformats.org/package/2006/content-types">
  <Default Extension="mp3" ContentType="audio/mpeg"/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0" r:id="rId3"/>
    <p:sldId id="292" r:id="rId4"/>
    <p:sldId id="262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294" r:id="rId4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B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74" autoAdjust="0"/>
    <p:restoredTop sz="94660"/>
  </p:normalViewPr>
  <p:slideViewPr>
    <p:cSldViewPr snapToGrid="0">
      <p:cViewPr varScale="1">
        <p:scale>
          <a:sx n="52" d="100"/>
          <a:sy n="52" d="100"/>
        </p:scale>
        <p:origin x="9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630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1410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4248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706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9278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522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4387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4105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7679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5674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2422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776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audio" Target="../media/media1.mp3"/><Relationship Id="rId7" Type="http://schemas.openxmlformats.org/officeDocument/2006/relationships/image" Target="../media/image10.jpeg"/><Relationship Id="rId2" Type="http://schemas.microsoft.com/office/2007/relationships/media" Target="../media/media1.mp3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10" Type="http://schemas.openxmlformats.org/officeDocument/2006/relationships/image" Target="../media/image7.emf"/><Relationship Id="rId4" Type="http://schemas.openxmlformats.org/officeDocument/2006/relationships/slideLayout" Target="../slideLayouts/slideLayout1.xml"/><Relationship Id="rId9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1273730"/>
            <a:ext cx="11466576" cy="164505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096" y="3027086"/>
            <a:ext cx="6437376" cy="85143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3" y="3027086"/>
            <a:ext cx="4754880" cy="52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xit" presetSubtype="2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250"/>
                            </p:stCondLst>
                            <p:childTnLst>
                              <p:par>
                                <p:cTn id="28" presetID="52" presetClass="exit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9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3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54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isósceles 2"/>
          <p:cNvSpPr/>
          <p:nvPr/>
        </p:nvSpPr>
        <p:spPr>
          <a:xfrm>
            <a:off x="0" y="676656"/>
            <a:ext cx="4425696" cy="6217920"/>
          </a:xfrm>
          <a:prstGeom prst="triangle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6048872" y="337146"/>
            <a:ext cx="552108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5 de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julio,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se cumple un año mas de la declaración de la independencia de la que fue la Capitanía General de Venezuela.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4094728" cy="54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8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/>
    </mc:Choice>
    <mc:Fallback xmlns="">
      <p:transition spd="slow" advClick="0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7219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209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años de ese hecho, Venezuela está sometida por una banda de delincuentes nacionales e internacionales, a un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estado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 dependencia igual o peor del que ella tuvo previo a esa declaración de independencia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b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</a:b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se podría decir que hace falta otra declaración de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independencia,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4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162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pero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el asunto es que cuando entendemos el concepto de libertad, entendemos que solo es esclavo quien se deja someter por sus propios miedos, así como por las cadenas y las armas de quienes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quieren someterle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, quienes no se dejan someter por eso, siempre son libres, 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2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39755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por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mas tiranía que pueda existir, por mas tiranos que puedan haber, los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hombres y mujeres libres,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siempre serán libres a pesar de las cadenas que le puedan poner en sus manos y pies, o de los barrotes que les mantengan entre cuatro paredes de una fría celda;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1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64294" y="135071"/>
            <a:ext cx="82855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pues la libertad es consecuencia de la verdad y basta aceptar la verdad para obtener la libertad inherente; y la verdad es que los venezolanos que aún llevamos por dentro la sangre patriota y republicana de los fundadores de nuestra nacionalidad, y que no los traicionamos,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4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620278" y="105575"/>
            <a:ext cx="82296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sino que por el contrario somos fieles a las tradiciones republicanas, heredadas con el pasar de los años, a través de esa educación que en el hogar y la escuela fuimos recibiendo de nuestros bienhechores, que como familiares o amistades,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9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620278" y="105575"/>
            <a:ext cx="8229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nos trasmitieron en esa serie de valores y principios ciudadanos y hasta religiosos, de libertad, igualdad, respeto, propiedad y seguridad, así como los valores éticos y morales, de civismo y sociedad.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4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229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no necesitamos declararnos otra vez en Estado Independiente, autónomo y Soberano, sino que por el contrario, declaramos que a partir de hoy, asumiendo nuestro derecho y en pleno ejercicio de nuestra soberanía,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229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exhortamos a toda la sociedad decente venezolana, dentro y fuera del territorio de la República, sea cual fuere su nivel educativo, formación profesional, técnica, sexo, credo, color de piel, venezolano por nacimiento o naturalización,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0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8" y="135071"/>
            <a:ext cx="83975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incluso con otra nacionalidad además de la venezolana, con la edad suficiente para tener consciencia de sus deberes y derechos ciudadanos,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9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64294" y="135071"/>
            <a:ext cx="824826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organizarnos de manera seria y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profesional,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asumir nuestras responsabilidades republicanas ciudadanas.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9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82955" y="135071"/>
            <a:ext cx="82855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Esta organización implica que todos los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ciudadanos decentes que tengan formación militar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, procedan a refundar al glorioso Ejército Forjador de Libertades, que en el siglo XIX, enfrentó y venció a uno de los mas fuertes y organizados ejércitos del mundo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5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62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Por tanto, siguiendo la disciplina militar que les atañe, nosotros, venezolanos, ciudadanos libres, sin ataduras partidistas de ninguna índole, fieles a la tradición republicana,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8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les exhortamos a que procedan según las formas y normas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acordes a la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carrera y disciplina militar que les es propia, a organizarse según sus jerarquías, fuerzas, condiciones físicas y de edad, ubicación geográfica y capacidades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, 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0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una vez ejecutado ese paso, procedan a alcanzar el objetivo primario de recuperar la patria de las manos de quienes hoy se han apoderado del territorio, usurpar el poder político, medrar del Estado y entregar las riquezas de la nación a gobiernos y organizaciones terroristas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internacionales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4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agrupados en asociaciones políticas de ideologías de tendencia marxista, comunista y totalitarista, o sus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variantes,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 cuanto a su cualidad política; de credo contrario a la tradición judeo-cristiana; y de tendencia económica llamada “capitalista salvaje”,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6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es contraria al sistema capitalista tradicional de libre mercado con valores éticos y morales, así como a la llamada Cultura Occidental de la cual somos parte y arte.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Una vez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recreado el nuevo Ejército Forjador de Libertades,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se unirán a nosotros para juntos, civiles y militares decentes, proceder a recuperar la patria y refundar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República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 Venezuela para que nunca mas, los corruptos puedan volver a perjudicarla como han hecho en estos largos y aciagos años.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 la misma manera, exhortamos a la misma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sociedad civil decente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venezolana, a organizarse de manera discreta, a fin de no despertar sospechas, en Asociaciones de Vecinos, como paso inicial, en grupos de pocos miembros, y en áreas pequeñas,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3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minimizar cualquier represalia o políticas represivas, y para aumentar las posibilidades de recibir los apoyos debidos que la comunidad internacional ofrezca como ayuda humanitaria, así mismo, para organizar en un relativo corto tiempo,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0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los debidos procesos políticos que generen los representantes necesarios, en los diferentes niveles de la ciudadanía, como debe ser en una sociedad civilizada y dispuesta a proceder a resolver la actual situación de caos, anarquía y sometimiento en que viven los venezolanos de bien.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9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82955" y="135071"/>
            <a:ext cx="831899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recuperación de la patria y la refundación de la república en Venezuela depende mucho de la velocidad y seriedad del proceso organizativo que la sociedad civil y militar,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realicemos. 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64295" y="135071"/>
            <a:ext cx="833765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Esto no es un juego. Esto no es salir a buscar votos y llenar calles marchando solamente, tampoco es salir armados a asesinar personas. Esto ha de ser hecho de la manera mas eficaz y eficiente debida.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5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601617" y="135071"/>
            <a:ext cx="830033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Debemos hacerlo muy bien, debemos vencer sin morir en el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intento.</a:t>
            </a:r>
          </a:p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Debemos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hacerlo de la mejor forma para garantizar el triunfo sea cual sea el terreno, las condiciones y el tipo de lucha que se presente.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la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comunidad internacional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que ha venido ofreciendo y dando el apoyo y la solidaridad sincera a la nación venezolana, les solicitamos, respetuosamente, el mismo apoyo que han dado en otras oportunidades a los representantes de los partidos políticos, que, por razones obvias, estamos procediendo a relevar con esta declaración.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3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8" y="135071"/>
            <a:ext cx="843096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Estamos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la orden para aclarar dudas, buscar vías de consenso, unir fuerzas, intercambiar ideas, mejorar proyectos, mejorar capacidades y trabajar en la mas justa y perfecta alianza que nos permita alcanzar los objetivos de recuperar la patria y refundar la república en Venezuela para con ello,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7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generar el Estado de derecho, las bases políticas, económicas, sociales y morales, necesarias para la reconstrucción del Estado, la sociedad y el país en general.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3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Esto es algo que nos conviene a todos, pues los enemigos de Venezuela son enemigos de todas las repúblicas americanas que se precian de serlo y trabajan arduamente en mantener esta cultura, sistema y tradiciones.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2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Nuestros enemigos son sus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enemigos,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encerlos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aquí, es detenerlos en su deseo de tomar sus países para someterlos 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Ustedes.</a:t>
            </a:r>
          </a:p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apoyo es importante, nuestra voluntad de vencer también, si unimos ambos elementos, el resultado es favorable para Ustedes y nosotros.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2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Dios Todopoderoso, bendiga a todos y cada uno de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hijos venezolanos, sea cual fuere su posición social, sexo,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educación,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raza y credo, que den un paso al frente a este llamado, y doblen su rodilla ante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 presencia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como muestra de humildad,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que este buen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Dios,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3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así como ha sido benevolente con el pueblo de Israel, lo sea también con esta Tierra de Gracia que llamamos Venezuela y sus repúblicas hermanas de todo el continente, y para que juntos, como buenos hermanos, nos reencontremos en un abrazo de sólida amistad y amor,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8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con ello, presentarle como un homenaje sincero, esta gesta que se eleve como agradable perfume en acción de gracia para su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gloria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eterna.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3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Todo aquel que esté de acuerdo con esta declaración, solo debe proceder a orar sinceramente, dejar a un lado todo cuanto de errado venía haciendo y proceder a hacer lo que aquí se le exhorta y esté en capacidad de hacer de la manera mas eficaz y eficiente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3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45633" y="135071"/>
            <a:ext cx="835631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Nosotros ya estamos trabajando en una propuesta de Constitución para la República que debe ser, esa que nos permita dejar a las nuevas generaciones de venezolanos una patria decente, verdaderamente independiente, autónoma y soberana,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45633" y="135071"/>
            <a:ext cx="83563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donde puedan alcanzar los mayores y mejores niveles de progreso y bienestar posibles gracias a sus capacidades y esfuerzos, en armonía con el ambiente y dentro del deber ser.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Ese documento será dado a conocer 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</a:t>
            </a:r>
            <a:r>
              <a:rPr lang="pt-BR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</a:t>
            </a:r>
            <a:r>
              <a:rPr lang="pt-BR" sz="3600" dirty="0" err="1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debido</a:t>
            </a:r>
            <a:r>
              <a:rPr lang="pt-BR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momento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pueda ser evaluado, apoyado o mejorado de la manera mas republicana posible, por quienes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deba y deseen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hacerlo, en el tiempo estipulado y las vías adecuadas, que también serán dadas a conocer a su debido momento.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9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Tengamos presente que Dios concede la victoria a la constancia y que sin unión y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sin amistad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no seremos ni fuertes ni felices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4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645741" y="1418180"/>
            <a:ext cx="59288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Muera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tiranía…</a:t>
            </a: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Viva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Libertad…</a:t>
            </a: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República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si… </a:t>
            </a:r>
            <a:endParaRPr lang="es-VE" sz="3600" dirty="0" smtClean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socialismo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nunca mas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…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6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omos Vzla queremos libertad 0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15944" y="5979378"/>
            <a:ext cx="609600" cy="6096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46" y="3567778"/>
            <a:ext cx="5822301" cy="2921671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058793" y="6284178"/>
            <a:ext cx="847219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700" b="1" dirty="0" smtClean="0">
                <a:solidFill>
                  <a:schemeClr val="bg1">
                    <a:lumMod val="50000"/>
                  </a:schemeClr>
                </a:solidFill>
                <a:latin typeface="FrancophilSans" panose="02000603040000020004" pitchFamily="2" charset="0"/>
              </a:rPr>
              <a:t>La armonía hace crecer las cosas pequeñas.</a:t>
            </a:r>
            <a:endParaRPr lang="es-VE" sz="2700" b="1" dirty="0">
              <a:solidFill>
                <a:schemeClr val="bg1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433" y="1"/>
            <a:ext cx="1105566" cy="130573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8" r="11999"/>
          <a:stretch/>
        </p:blipFill>
        <p:spPr>
          <a:xfrm>
            <a:off x="1" y="0"/>
            <a:ext cx="1436914" cy="1305734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715092"/>
              </p:ext>
            </p:extLst>
          </p:nvPr>
        </p:nvGraphicFramePr>
        <p:xfrm>
          <a:off x="2058793" y="55983"/>
          <a:ext cx="8472197" cy="289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CorelDRAW" r:id="rId9" imgW="7360075" imgH="2513406" progId="CorelDRAW.Graphic.12">
                  <p:embed/>
                </p:oleObj>
              </mc:Choice>
              <mc:Fallback>
                <p:oleObj name="CorelDRAW" r:id="rId9" imgW="7360075" imgH="2513406" progId="CorelDRAW.Graphic.12">
                  <p:embed/>
                  <p:pic>
                    <p:nvPicPr>
                      <p:cNvPr id="7" name="Objeto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58793" y="55983"/>
                        <a:ext cx="8472197" cy="2892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/>
          <p:cNvSpPr/>
          <p:nvPr/>
        </p:nvSpPr>
        <p:spPr>
          <a:xfrm>
            <a:off x="2058793" y="2911973"/>
            <a:ext cx="84721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3400" b="1" dirty="0" smtClean="0">
                <a:solidFill>
                  <a:srgbClr val="31B541"/>
                </a:solidFill>
                <a:latin typeface="FrancophilSans" panose="02000603040000020004" pitchFamily="2" charset="0"/>
              </a:rPr>
              <a:t>movimientorepublicanoesperanza@gmail.com</a:t>
            </a:r>
          </a:p>
        </p:txBody>
      </p:sp>
    </p:spTree>
    <p:extLst>
      <p:ext uri="{BB962C8B-B14F-4D97-AF65-F5344CB8AC3E}">
        <p14:creationId xmlns:p14="http://schemas.microsoft.com/office/powerpoint/2010/main" val="140407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8000"/>
    </mc:Choice>
    <mc:Fallback xmlns="">
      <p:transition spd="slow" advClick="0" advTm="1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2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5" grpId="0"/>
      <p:bldP spid="8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2456</TotalTime>
  <Words>1559</Words>
  <Application>Microsoft Office PowerPoint</Application>
  <PresentationFormat>Widescreen</PresentationFormat>
  <Paragraphs>45</Paragraphs>
  <Slides>40</Slides>
  <Notes>0</Notes>
  <HiddenSlides>0</HiddenSlides>
  <MMClips>1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FrancophilSans</vt:lpstr>
      <vt:lpstr>Tema do Office</vt:lpstr>
      <vt:lpstr>CorelDRAW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Usuário do Windows</cp:lastModifiedBy>
  <cp:revision>126</cp:revision>
  <dcterms:created xsi:type="dcterms:W3CDTF">2020-05-30T20:32:45Z</dcterms:created>
  <dcterms:modified xsi:type="dcterms:W3CDTF">2020-06-05T18:07:00Z</dcterms:modified>
</cp:coreProperties>
</file>