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0667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4704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8443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8339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3563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9184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45493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3626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1762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68346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000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3D9DB-2F3A-4A58-B204-CAADFA463A19}" type="datetimeFigureOut">
              <a:rPr lang="es-VE" smtClean="0"/>
              <a:t>28/7/2019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A6E26-E0C9-4BB7-8963-4F9FECE712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8518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485" y="1271638"/>
            <a:ext cx="4826504" cy="446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6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573" y="1202396"/>
            <a:ext cx="4792797" cy="46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2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86" y="2970343"/>
            <a:ext cx="9246344" cy="142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7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782" y="1232542"/>
            <a:ext cx="4414303" cy="441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325" y="1121229"/>
            <a:ext cx="4713514" cy="47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9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297" y="1087400"/>
            <a:ext cx="4547132" cy="45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8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241" y="976200"/>
            <a:ext cx="5018200" cy="50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7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383" y="1339211"/>
            <a:ext cx="5769209" cy="430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6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040" y="1072886"/>
            <a:ext cx="4343931" cy="434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4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999" y="1126143"/>
            <a:ext cx="4665057" cy="466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0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338" y="1872343"/>
            <a:ext cx="6993245" cy="30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98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333" y="1065443"/>
            <a:ext cx="5569531" cy="458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6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857" y="2365829"/>
            <a:ext cx="8132338" cy="208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5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283" y="1814285"/>
            <a:ext cx="6745107" cy="332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7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273" y="1901372"/>
            <a:ext cx="7148301" cy="306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6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71" y="2250283"/>
            <a:ext cx="5442671" cy="26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1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1361548"/>
            <a:ext cx="3613251" cy="41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11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846" y="1253696"/>
            <a:ext cx="4493762" cy="45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97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674" y="732189"/>
            <a:ext cx="4893080" cy="49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31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172" y="975252"/>
            <a:ext cx="4972292" cy="500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03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71" y="914400"/>
            <a:ext cx="5364423" cy="539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30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49943" y="362857"/>
            <a:ext cx="490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err="1" smtClean="0"/>
              <a:t>Diseָños</a:t>
            </a:r>
            <a:r>
              <a:rPr lang="es-VE" dirty="0" smtClean="0"/>
              <a:t> para Republicanos por Venezuela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189022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110</Words>
  <Application>Microsoft Office PowerPoint</Application>
  <PresentationFormat>Widescreen</PresentationFormat>
  <Paragraphs>22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3</cp:revision>
  <dcterms:created xsi:type="dcterms:W3CDTF">2019-07-28T18:56:45Z</dcterms:created>
  <dcterms:modified xsi:type="dcterms:W3CDTF">2019-07-28T21:53:20Z</dcterms:modified>
</cp:coreProperties>
</file>