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Lst>
  <p:sldSz cx="9144000" cy="6858000" type="screen4x3"/>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p:scale>
          <a:sx n="80" d="100"/>
          <a:sy n="80" d="100"/>
        </p:scale>
        <p:origin x="-990"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14" name="13 Título"/>
          <p:cNvSpPr>
            <a:spLocks noGrp="1"/>
          </p:cNvSpPr>
          <p:nvPr>
            <p:ph type="ctrTitle"/>
          </p:nvPr>
        </p:nvSpPr>
        <p:spPr>
          <a:xfrm>
            <a:off x="1432560" y="359898"/>
            <a:ext cx="7406640" cy="1472184"/>
          </a:xfrm>
        </p:spPr>
        <p:txBody>
          <a:bodyPr anchor="b"/>
          <a:lstStyle>
            <a:lvl1pPr algn="l">
              <a:defRPr/>
            </a:lvl1pPr>
            <a:extLst/>
          </a:lstStyle>
          <a:p>
            <a:r>
              <a:rPr kumimoji="0" lang="es-ES" smtClean="0"/>
              <a:t>Haga clic para modificar el estilo de título del patrón</a:t>
            </a:r>
            <a:endParaRPr kumimoji="0" lang="en-US"/>
          </a:p>
        </p:txBody>
      </p:sp>
      <p:sp>
        <p:nvSpPr>
          <p:cNvPr id="22" name="21 Subtítulo"/>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s-ES" smtClean="0"/>
              <a:t>Haga clic para modificar el estilo de subtítulo del patrón</a:t>
            </a:r>
            <a:endParaRPr kumimoji="0" lang="en-US"/>
          </a:p>
        </p:txBody>
      </p:sp>
      <p:sp>
        <p:nvSpPr>
          <p:cNvPr id="7" name="6 Marcador de fecha"/>
          <p:cNvSpPr>
            <a:spLocks noGrp="1"/>
          </p:cNvSpPr>
          <p:nvPr>
            <p:ph type="dt" sz="half" idx="10"/>
          </p:nvPr>
        </p:nvSpPr>
        <p:spPr/>
        <p:txBody>
          <a:bodyPr/>
          <a:lstStyle>
            <a:extLst/>
          </a:lstStyle>
          <a:p>
            <a:fld id="{D9BDD48C-89F3-4ADA-B184-1B3CE8D12D4B}" type="datetimeFigureOut">
              <a:rPr lang="es-CL" smtClean="0"/>
              <a:t>09-08-2019</a:t>
            </a:fld>
            <a:endParaRPr lang="es-CL"/>
          </a:p>
        </p:txBody>
      </p:sp>
      <p:sp>
        <p:nvSpPr>
          <p:cNvPr id="20" name="19 Marcador de pie de página"/>
          <p:cNvSpPr>
            <a:spLocks noGrp="1"/>
          </p:cNvSpPr>
          <p:nvPr>
            <p:ph type="ftr" sz="quarter" idx="11"/>
          </p:nvPr>
        </p:nvSpPr>
        <p:spPr/>
        <p:txBody>
          <a:bodyPr/>
          <a:lstStyle>
            <a:extLst/>
          </a:lstStyle>
          <a:p>
            <a:endParaRPr lang="es-CL"/>
          </a:p>
        </p:txBody>
      </p:sp>
      <p:sp>
        <p:nvSpPr>
          <p:cNvPr id="10" name="9 Marcador de número de diapositiva"/>
          <p:cNvSpPr>
            <a:spLocks noGrp="1"/>
          </p:cNvSpPr>
          <p:nvPr>
            <p:ph type="sldNum" sz="quarter" idx="12"/>
          </p:nvPr>
        </p:nvSpPr>
        <p:spPr/>
        <p:txBody>
          <a:bodyPr/>
          <a:lstStyle>
            <a:extLst/>
          </a:lstStyle>
          <a:p>
            <a:fld id="{0213E237-98CE-40E7-9110-CE99860D59DE}" type="slidenum">
              <a:rPr lang="es-CL" smtClean="0"/>
              <a:t>‹Nº›</a:t>
            </a:fld>
            <a:endParaRPr lang="es-CL"/>
          </a:p>
        </p:txBody>
      </p:sp>
      <p:sp>
        <p:nvSpPr>
          <p:cNvPr id="8" name="7 Elipse"/>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8 Elipse"/>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extLst/>
          </a:lstStyle>
          <a:p>
            <a:r>
              <a:rPr kumimoji="0" lang="es-ES" smtClean="0"/>
              <a:t>Haga clic para modificar el estilo de título del patrón</a:t>
            </a:r>
            <a:endParaRPr kumimoji="0" lang="en-US"/>
          </a:p>
        </p:txBody>
      </p:sp>
      <p:sp>
        <p:nvSpPr>
          <p:cNvPr id="3" name="2 Marcador de contenido"/>
          <p:cNvSpPr>
            <a:spLocks noGrp="1"/>
          </p:cNvSpPr>
          <p:nvPr>
            <p:ph idx="1"/>
          </p:nvPr>
        </p:nvSpPr>
        <p:spPr/>
        <p:txBody>
          <a:bodyPr/>
          <a:lstStyle>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extLst/>
          </a:lstStyle>
          <a:p>
            <a:fld id="{D9BDD48C-89F3-4ADA-B184-1B3CE8D12D4B}" type="datetimeFigureOut">
              <a:rPr lang="es-CL" smtClean="0"/>
              <a:t>09-08-2019</a:t>
            </a:fld>
            <a:endParaRPr lang="es-CL"/>
          </a:p>
        </p:txBody>
      </p:sp>
      <p:sp>
        <p:nvSpPr>
          <p:cNvPr id="5" name="4 Marcador de pie de página"/>
          <p:cNvSpPr>
            <a:spLocks noGrp="1"/>
          </p:cNvSpPr>
          <p:nvPr>
            <p:ph type="ftr" sz="quarter" idx="11"/>
          </p:nvPr>
        </p:nvSpPr>
        <p:spPr/>
        <p:txBody>
          <a:bodyPr/>
          <a:lstStyle>
            <a:extLst/>
          </a:lstStyle>
          <a:p>
            <a:endParaRPr lang="es-CL"/>
          </a:p>
        </p:txBody>
      </p:sp>
      <p:sp>
        <p:nvSpPr>
          <p:cNvPr id="6" name="5 Marcador de número de diapositiva"/>
          <p:cNvSpPr>
            <a:spLocks noGrp="1"/>
          </p:cNvSpPr>
          <p:nvPr>
            <p:ph type="sldNum" sz="quarter" idx="12"/>
          </p:nvPr>
        </p:nvSpPr>
        <p:spPr/>
        <p:txBody>
          <a:bodyPr/>
          <a:lstStyle>
            <a:extLst/>
          </a:lstStyle>
          <a:p>
            <a:fld id="{0213E237-98CE-40E7-9110-CE99860D59DE}" type="slidenum">
              <a:rPr lang="es-CL" smtClean="0"/>
              <a:t>‹Nº›</a:t>
            </a:fld>
            <a:endParaRPr lang="es-C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7" name="6 Rectángulo"/>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1 Título"/>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extLst/>
          </a:lstStyle>
          <a:p>
            <a:fld id="{D9BDD48C-89F3-4ADA-B184-1B3CE8D12D4B}" type="datetimeFigureOut">
              <a:rPr lang="es-CL" smtClean="0"/>
              <a:t>09-08-2019</a:t>
            </a:fld>
            <a:endParaRPr lang="es-CL"/>
          </a:p>
        </p:txBody>
      </p:sp>
      <p:sp>
        <p:nvSpPr>
          <p:cNvPr id="5" name="4 Marcador de pie de página"/>
          <p:cNvSpPr>
            <a:spLocks noGrp="1"/>
          </p:cNvSpPr>
          <p:nvPr>
            <p:ph type="ftr" sz="quarter" idx="11"/>
          </p:nvPr>
        </p:nvSpPr>
        <p:spPr/>
        <p:txBody>
          <a:bodyPr/>
          <a:lstStyle>
            <a:extLst/>
          </a:lstStyle>
          <a:p>
            <a:endParaRPr lang="es-CL"/>
          </a:p>
        </p:txBody>
      </p:sp>
      <p:sp>
        <p:nvSpPr>
          <p:cNvPr id="6" name="5 Marcador de número de diapositiva"/>
          <p:cNvSpPr>
            <a:spLocks noGrp="1"/>
          </p:cNvSpPr>
          <p:nvPr>
            <p:ph type="sldNum" sz="quarter" idx="12"/>
          </p:nvPr>
        </p:nvSpPr>
        <p:spPr/>
        <p:txBody>
          <a:bodyPr/>
          <a:lstStyle>
            <a:extLst/>
          </a:lstStyle>
          <a:p>
            <a:fld id="{0213E237-98CE-40E7-9110-CE99860D59DE}" type="slidenum">
              <a:rPr lang="es-CL" smtClean="0"/>
              <a:t>‹Nº›</a:t>
            </a:fld>
            <a:endParaRPr lang="es-CL"/>
          </a:p>
        </p:txBody>
      </p:sp>
      <p:sp>
        <p:nvSpPr>
          <p:cNvPr id="10" name="9 Rectángulo"/>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7 Elipse"/>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8 Elipse"/>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1435608" y="274320"/>
            <a:ext cx="7498080" cy="1143000"/>
          </a:xfrm>
        </p:spPr>
        <p:txBody>
          <a:bodyPr/>
          <a:lstStyle>
            <a:extLst/>
          </a:lstStyle>
          <a:p>
            <a:r>
              <a:rPr kumimoji="0" lang="es-ES" smtClean="0"/>
              <a:t>Haga clic para modificar el estilo de título del patrón</a:t>
            </a:r>
            <a:endParaRPr kumimoji="0" lang="en-US"/>
          </a:p>
        </p:txBody>
      </p:sp>
      <p:sp>
        <p:nvSpPr>
          <p:cNvPr id="3" name="2 Marcador de contenido"/>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contenido"/>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extLst/>
          </a:lstStyle>
          <a:p>
            <a:fld id="{D9BDD48C-89F3-4ADA-B184-1B3CE8D12D4B}" type="datetimeFigureOut">
              <a:rPr lang="es-CL" smtClean="0"/>
              <a:t>09-08-2019</a:t>
            </a:fld>
            <a:endParaRPr lang="es-CL"/>
          </a:p>
        </p:txBody>
      </p:sp>
      <p:sp>
        <p:nvSpPr>
          <p:cNvPr id="6" name="5 Marcador de pie de página"/>
          <p:cNvSpPr>
            <a:spLocks noGrp="1"/>
          </p:cNvSpPr>
          <p:nvPr>
            <p:ph type="ftr" sz="quarter" idx="11"/>
          </p:nvPr>
        </p:nvSpPr>
        <p:spPr/>
        <p:txBody>
          <a:bodyPr/>
          <a:lstStyle>
            <a:extLst/>
          </a:lstStyle>
          <a:p>
            <a:endParaRPr lang="es-CL"/>
          </a:p>
        </p:txBody>
      </p:sp>
      <p:sp>
        <p:nvSpPr>
          <p:cNvPr id="7" name="6 Marcador de número de diapositiva"/>
          <p:cNvSpPr>
            <a:spLocks noGrp="1"/>
          </p:cNvSpPr>
          <p:nvPr>
            <p:ph type="sldNum" sz="quarter" idx="12"/>
          </p:nvPr>
        </p:nvSpPr>
        <p:spPr/>
        <p:txBody>
          <a:bodyPr/>
          <a:lstStyle>
            <a:extLst/>
          </a:lstStyle>
          <a:p>
            <a:fld id="{0213E237-98CE-40E7-9110-CE99860D59DE}" type="slidenum">
              <a:rPr lang="es-CL" smtClean="0"/>
              <a:t>‹Nº›</a:t>
            </a:fld>
            <a:endParaRPr lang="es-C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smtClean="0"/>
              <a:t>Haga clic para modificar el estilo de texto del patrón</a:t>
            </a:r>
          </a:p>
        </p:txBody>
      </p:sp>
      <p:sp>
        <p:nvSpPr>
          <p:cNvPr id="5" name="4 Marcador de contenido"/>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6" name="5 Marcador de contenido"/>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0"/>
          </p:nvPr>
        </p:nvSpPr>
        <p:spPr/>
        <p:txBody>
          <a:bodyPr/>
          <a:lstStyle>
            <a:extLst/>
          </a:lstStyle>
          <a:p>
            <a:fld id="{D9BDD48C-89F3-4ADA-B184-1B3CE8D12D4B}" type="datetimeFigureOut">
              <a:rPr lang="es-CL" smtClean="0"/>
              <a:t>09-08-2019</a:t>
            </a:fld>
            <a:endParaRPr lang="es-CL"/>
          </a:p>
        </p:txBody>
      </p:sp>
      <p:sp>
        <p:nvSpPr>
          <p:cNvPr id="8" name="7 Marcador de pie de página"/>
          <p:cNvSpPr>
            <a:spLocks noGrp="1"/>
          </p:cNvSpPr>
          <p:nvPr>
            <p:ph type="ftr" sz="quarter" idx="11"/>
          </p:nvPr>
        </p:nvSpPr>
        <p:spPr/>
        <p:txBody>
          <a:bodyPr/>
          <a:lstStyle>
            <a:extLst/>
          </a:lstStyle>
          <a:p>
            <a:endParaRPr lang="es-CL"/>
          </a:p>
        </p:txBody>
      </p:sp>
      <p:sp>
        <p:nvSpPr>
          <p:cNvPr id="9" name="8 Marcador de número de diapositiva"/>
          <p:cNvSpPr>
            <a:spLocks noGrp="1"/>
          </p:cNvSpPr>
          <p:nvPr>
            <p:ph type="sldNum" sz="quarter" idx="12"/>
          </p:nvPr>
        </p:nvSpPr>
        <p:spPr/>
        <p:txBody>
          <a:bodyPr/>
          <a:lstStyle>
            <a:extLst/>
          </a:lstStyle>
          <a:p>
            <a:fld id="{0213E237-98CE-40E7-9110-CE99860D59DE}" type="slidenum">
              <a:rPr lang="es-CL" smtClean="0"/>
              <a:t>‹Nº›</a:t>
            </a:fld>
            <a:endParaRPr lang="es-C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1435608" y="274320"/>
            <a:ext cx="7498080" cy="1143000"/>
          </a:xfrm>
        </p:spPr>
        <p:txBody>
          <a:bodyPr anchor="ctr"/>
          <a:lstStyle>
            <a:extLst/>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extLst/>
          </a:lstStyle>
          <a:p>
            <a:fld id="{D9BDD48C-89F3-4ADA-B184-1B3CE8D12D4B}" type="datetimeFigureOut">
              <a:rPr lang="es-CL" smtClean="0"/>
              <a:t>09-08-2019</a:t>
            </a:fld>
            <a:endParaRPr lang="es-CL"/>
          </a:p>
        </p:txBody>
      </p:sp>
      <p:sp>
        <p:nvSpPr>
          <p:cNvPr id="4" name="3 Marcador de pie de página"/>
          <p:cNvSpPr>
            <a:spLocks noGrp="1"/>
          </p:cNvSpPr>
          <p:nvPr>
            <p:ph type="ftr" sz="quarter" idx="11"/>
          </p:nvPr>
        </p:nvSpPr>
        <p:spPr/>
        <p:txBody>
          <a:bodyPr/>
          <a:lstStyle>
            <a:extLst/>
          </a:lstStyle>
          <a:p>
            <a:endParaRPr lang="es-CL"/>
          </a:p>
        </p:txBody>
      </p:sp>
      <p:sp>
        <p:nvSpPr>
          <p:cNvPr id="5" name="4 Marcador de número de diapositiva"/>
          <p:cNvSpPr>
            <a:spLocks noGrp="1"/>
          </p:cNvSpPr>
          <p:nvPr>
            <p:ph type="sldNum" sz="quarter" idx="12"/>
          </p:nvPr>
        </p:nvSpPr>
        <p:spPr/>
        <p:txBody>
          <a:bodyPr/>
          <a:lstStyle>
            <a:extLst/>
          </a:lstStyle>
          <a:p>
            <a:fld id="{0213E237-98CE-40E7-9110-CE99860D59DE}" type="slidenum">
              <a:rPr lang="es-CL" smtClean="0"/>
              <a:t>‹Nº›</a:t>
            </a:fld>
            <a:endParaRPr lang="es-C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4 Rectángulo"/>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1 Marcador de fecha"/>
          <p:cNvSpPr>
            <a:spLocks noGrp="1"/>
          </p:cNvSpPr>
          <p:nvPr>
            <p:ph type="dt" sz="half" idx="10"/>
          </p:nvPr>
        </p:nvSpPr>
        <p:spPr/>
        <p:txBody>
          <a:bodyPr/>
          <a:lstStyle>
            <a:extLst/>
          </a:lstStyle>
          <a:p>
            <a:fld id="{D9BDD48C-89F3-4ADA-B184-1B3CE8D12D4B}" type="datetimeFigureOut">
              <a:rPr lang="es-CL" smtClean="0"/>
              <a:t>09-08-2019</a:t>
            </a:fld>
            <a:endParaRPr lang="es-CL"/>
          </a:p>
        </p:txBody>
      </p:sp>
      <p:sp>
        <p:nvSpPr>
          <p:cNvPr id="3" name="2 Marcador de pie de página"/>
          <p:cNvSpPr>
            <a:spLocks noGrp="1"/>
          </p:cNvSpPr>
          <p:nvPr>
            <p:ph type="ftr" sz="quarter" idx="11"/>
          </p:nvPr>
        </p:nvSpPr>
        <p:spPr/>
        <p:txBody>
          <a:bodyPr/>
          <a:lstStyle>
            <a:extLst/>
          </a:lstStyle>
          <a:p>
            <a:endParaRPr lang="es-CL"/>
          </a:p>
        </p:txBody>
      </p:sp>
      <p:sp>
        <p:nvSpPr>
          <p:cNvPr id="4" name="3 Marcador de número de diapositiva"/>
          <p:cNvSpPr>
            <a:spLocks noGrp="1"/>
          </p:cNvSpPr>
          <p:nvPr>
            <p:ph type="sldNum" sz="quarter" idx="12"/>
          </p:nvPr>
        </p:nvSpPr>
        <p:spPr/>
        <p:txBody>
          <a:bodyPr/>
          <a:lstStyle>
            <a:extLst/>
          </a:lstStyle>
          <a:p>
            <a:fld id="{0213E237-98CE-40E7-9110-CE99860D59DE}" type="slidenum">
              <a:rPr lang="es-CL" smtClean="0"/>
              <a:t>‹Nº›</a:t>
            </a:fld>
            <a:endParaRPr lang="es-CL"/>
          </a:p>
        </p:txBody>
      </p:sp>
      <p:sp>
        <p:nvSpPr>
          <p:cNvPr id="6" name="5 Rectángulo"/>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s-ES" smtClean="0"/>
              <a:t>Haga clic para modificar el estilo de texto del patrón</a:t>
            </a:r>
          </a:p>
        </p:txBody>
      </p:sp>
      <p:sp>
        <p:nvSpPr>
          <p:cNvPr id="4" name="3 Marcador de contenido"/>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extLst/>
          </a:lstStyle>
          <a:p>
            <a:fld id="{D9BDD48C-89F3-4ADA-B184-1B3CE8D12D4B}" type="datetimeFigureOut">
              <a:rPr lang="es-CL" smtClean="0"/>
              <a:t>09-08-2019</a:t>
            </a:fld>
            <a:endParaRPr lang="es-CL"/>
          </a:p>
        </p:txBody>
      </p:sp>
      <p:sp>
        <p:nvSpPr>
          <p:cNvPr id="6" name="5 Marcador de pie de página"/>
          <p:cNvSpPr>
            <a:spLocks noGrp="1"/>
          </p:cNvSpPr>
          <p:nvPr>
            <p:ph type="ftr" sz="quarter" idx="11"/>
          </p:nvPr>
        </p:nvSpPr>
        <p:spPr/>
        <p:txBody>
          <a:bodyPr/>
          <a:lstStyle>
            <a:extLst/>
          </a:lstStyle>
          <a:p>
            <a:endParaRPr lang="es-CL"/>
          </a:p>
        </p:txBody>
      </p:sp>
      <p:sp>
        <p:nvSpPr>
          <p:cNvPr id="7" name="6 Marcador de número de diapositiva"/>
          <p:cNvSpPr>
            <a:spLocks noGrp="1"/>
          </p:cNvSpPr>
          <p:nvPr>
            <p:ph type="sldNum" sz="quarter" idx="12"/>
          </p:nvPr>
        </p:nvSpPr>
        <p:spPr/>
        <p:txBody>
          <a:bodyPr/>
          <a:lstStyle>
            <a:extLst/>
          </a:lstStyle>
          <a:p>
            <a:fld id="{0213E237-98CE-40E7-9110-CE99860D59DE}" type="slidenum">
              <a:rPr lang="es-CL" smtClean="0"/>
              <a:t>‹Nº›</a:t>
            </a:fld>
            <a:endParaRPr lang="es-C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p:txBody>
          <a:bodyPr/>
          <a:lstStyle>
            <a:extLst/>
          </a:lstStyle>
          <a:p>
            <a:fld id="{D9BDD48C-89F3-4ADA-B184-1B3CE8D12D4B}" type="datetimeFigureOut">
              <a:rPr lang="es-CL" smtClean="0"/>
              <a:t>09-08-2019</a:t>
            </a:fld>
            <a:endParaRPr lang="es-CL"/>
          </a:p>
        </p:txBody>
      </p:sp>
      <p:sp>
        <p:nvSpPr>
          <p:cNvPr id="6" name="5 Marcador de pie de página"/>
          <p:cNvSpPr>
            <a:spLocks noGrp="1"/>
          </p:cNvSpPr>
          <p:nvPr>
            <p:ph type="ftr" sz="quarter" idx="11"/>
          </p:nvPr>
        </p:nvSpPr>
        <p:spPr/>
        <p:txBody>
          <a:bodyPr/>
          <a:lstStyle>
            <a:extLst/>
          </a:lstStyle>
          <a:p>
            <a:endParaRPr lang="es-CL"/>
          </a:p>
        </p:txBody>
      </p:sp>
      <p:sp>
        <p:nvSpPr>
          <p:cNvPr id="7" name="6 Marcador de número de diapositiva"/>
          <p:cNvSpPr>
            <a:spLocks noGrp="1"/>
          </p:cNvSpPr>
          <p:nvPr>
            <p:ph type="sldNum" sz="quarter" idx="12"/>
          </p:nvPr>
        </p:nvSpPr>
        <p:spPr/>
        <p:txBody>
          <a:bodyPr/>
          <a:lstStyle>
            <a:extLst/>
          </a:lstStyle>
          <a:p>
            <a:fld id="{0213E237-98CE-40E7-9110-CE99860D59DE}" type="slidenum">
              <a:rPr lang="es-CL" smtClean="0"/>
              <a:t>‹Nº›</a:t>
            </a:fld>
            <a:endParaRPr lang="es-CL"/>
          </a:p>
        </p:txBody>
      </p:sp>
      <p:sp>
        <p:nvSpPr>
          <p:cNvPr id="8" name="7 Rectángulo"/>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2 Marcador de posición de imagen"/>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s-ES" smtClean="0"/>
              <a:t>Haga clic en el icono para agregar una imagen</a:t>
            </a:r>
            <a:endParaRPr kumimoji="0" lang="en-US" dirty="0"/>
          </a:p>
        </p:txBody>
      </p:sp>
      <p:sp>
        <p:nvSpPr>
          <p:cNvPr id="9" name="8 Proceso"/>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9 Proceso"/>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3 Marcador de texto"/>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s-ES" smtClean="0"/>
              <a:t>Haga clic para modificar el estilo de texto del patrón</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extLs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extLst/>
          </a:lstStyle>
          <a:p>
            <a:fld id="{D9BDD48C-89F3-4ADA-B184-1B3CE8D12D4B}" type="datetimeFigureOut">
              <a:rPr lang="es-CL" smtClean="0"/>
              <a:t>09-08-2019</a:t>
            </a:fld>
            <a:endParaRPr lang="es-CL"/>
          </a:p>
        </p:txBody>
      </p:sp>
      <p:sp>
        <p:nvSpPr>
          <p:cNvPr id="5" name="4 Marcador de pie de página"/>
          <p:cNvSpPr>
            <a:spLocks noGrp="1"/>
          </p:cNvSpPr>
          <p:nvPr>
            <p:ph type="ftr" sz="quarter" idx="11"/>
          </p:nvPr>
        </p:nvSpPr>
        <p:spPr/>
        <p:txBody>
          <a:bodyPr/>
          <a:lstStyle>
            <a:extLst/>
          </a:lstStyle>
          <a:p>
            <a:endParaRPr lang="es-CL"/>
          </a:p>
        </p:txBody>
      </p:sp>
      <p:sp>
        <p:nvSpPr>
          <p:cNvPr id="6" name="5 Marcador de número de diapositiva"/>
          <p:cNvSpPr>
            <a:spLocks noGrp="1"/>
          </p:cNvSpPr>
          <p:nvPr>
            <p:ph type="sldNum" sz="quarter" idx="12"/>
          </p:nvPr>
        </p:nvSpPr>
        <p:spPr/>
        <p:txBody>
          <a:bodyPr/>
          <a:lstStyle>
            <a:extLst/>
          </a:lstStyle>
          <a:p>
            <a:fld id="{0213E237-98CE-40E7-9110-CE99860D59DE}" type="slidenum">
              <a:rPr lang="es-CL" smtClean="0"/>
              <a:t>‹Nº›</a:t>
            </a:fld>
            <a:endParaRPr lang="es-C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858000" y="274639"/>
            <a:ext cx="1828800" cy="5851525"/>
          </a:xfrm>
        </p:spPr>
        <p:txBody>
          <a:bodyPr vert="eaVert"/>
          <a:lstStyle>
            <a:extLs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1143000" y="274640"/>
            <a:ext cx="5562600" cy="5851525"/>
          </a:xfrm>
        </p:spPr>
        <p:txBody>
          <a:bodyPr vert="eaVert"/>
          <a:lstStyle>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extLst/>
          </a:lstStyle>
          <a:p>
            <a:fld id="{D9BDD48C-89F3-4ADA-B184-1B3CE8D12D4B}" type="datetimeFigureOut">
              <a:rPr lang="es-CL" smtClean="0"/>
              <a:t>09-08-2019</a:t>
            </a:fld>
            <a:endParaRPr lang="es-CL"/>
          </a:p>
        </p:txBody>
      </p:sp>
      <p:sp>
        <p:nvSpPr>
          <p:cNvPr id="5" name="4 Marcador de pie de página"/>
          <p:cNvSpPr>
            <a:spLocks noGrp="1"/>
          </p:cNvSpPr>
          <p:nvPr>
            <p:ph type="ftr" sz="quarter" idx="11"/>
          </p:nvPr>
        </p:nvSpPr>
        <p:spPr/>
        <p:txBody>
          <a:bodyPr/>
          <a:lstStyle>
            <a:extLst/>
          </a:lstStyle>
          <a:p>
            <a:endParaRPr lang="es-CL"/>
          </a:p>
        </p:txBody>
      </p:sp>
      <p:sp>
        <p:nvSpPr>
          <p:cNvPr id="6" name="5 Marcador de número de diapositiva"/>
          <p:cNvSpPr>
            <a:spLocks noGrp="1"/>
          </p:cNvSpPr>
          <p:nvPr>
            <p:ph type="sldNum" sz="quarter" idx="12"/>
          </p:nvPr>
        </p:nvSpPr>
        <p:spPr/>
        <p:txBody>
          <a:bodyPr/>
          <a:lstStyle>
            <a:extLst/>
          </a:lstStyle>
          <a:p>
            <a:fld id="{0213E237-98CE-40E7-9110-CE99860D59DE}" type="slidenum">
              <a:rPr lang="es-CL" smtClean="0"/>
              <a:t>‹Nº›</a:t>
            </a:fld>
            <a:endParaRPr lang="es-C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6 Circular"/>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7 Elipse"/>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10 Anillo"/>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11 Rectángulo"/>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4 Marcador de título"/>
          <p:cNvSpPr>
            <a:spLocks noGrp="1"/>
          </p:cNvSpPr>
          <p:nvPr>
            <p:ph type="title"/>
          </p:nvPr>
        </p:nvSpPr>
        <p:spPr>
          <a:xfrm>
            <a:off x="1435608" y="274638"/>
            <a:ext cx="7498080" cy="1143000"/>
          </a:xfrm>
          <a:prstGeom prst="rect">
            <a:avLst/>
          </a:prstGeom>
        </p:spPr>
        <p:txBody>
          <a:bodyPr anchor="ctr">
            <a:normAutofit/>
          </a:bodyPr>
          <a:lstStyle>
            <a:extLst/>
          </a:lstStyle>
          <a:p>
            <a:r>
              <a:rPr kumimoji="0" lang="es-ES" smtClean="0"/>
              <a:t>Haga clic para modificar el estilo de título del patrón</a:t>
            </a:r>
            <a:endParaRPr kumimoji="0" lang="en-US"/>
          </a:p>
        </p:txBody>
      </p:sp>
      <p:sp>
        <p:nvSpPr>
          <p:cNvPr id="9" name="8 Marcador de texto"/>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24" name="23 Marcador de fecha"/>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D9BDD48C-89F3-4ADA-B184-1B3CE8D12D4B}" type="datetimeFigureOut">
              <a:rPr lang="es-CL" smtClean="0"/>
              <a:t>09-08-2019</a:t>
            </a:fld>
            <a:endParaRPr lang="es-CL"/>
          </a:p>
        </p:txBody>
      </p:sp>
      <p:sp>
        <p:nvSpPr>
          <p:cNvPr id="10" name="9 Marcador de pie de página"/>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s-CL"/>
          </a:p>
        </p:txBody>
      </p:sp>
      <p:sp>
        <p:nvSpPr>
          <p:cNvPr id="22" name="21 Marcador de número de diapositiva"/>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0213E237-98CE-40E7-9110-CE99860D59DE}" type="slidenum">
              <a:rPr lang="es-CL" smtClean="0"/>
              <a:t>‹Nº›</a:t>
            </a:fld>
            <a:endParaRPr lang="es-CL"/>
          </a:p>
        </p:txBody>
      </p:sp>
      <p:sp>
        <p:nvSpPr>
          <p:cNvPr id="15" name="14 Rectángulo"/>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192088" y="116632"/>
            <a:ext cx="7560000" cy="1008000"/>
          </a:xfrm>
        </p:spPr>
        <p:txBody>
          <a:bodyPr>
            <a:noAutofit/>
          </a:bodyPr>
          <a:lstStyle/>
          <a:p>
            <a:pPr algn="ctr"/>
            <a:r>
              <a:rPr lang="es-ES" sz="2000" dirty="0" smtClean="0"/>
              <a:t/>
            </a:r>
            <a:br>
              <a:rPr lang="es-ES" sz="2000" dirty="0" smtClean="0"/>
            </a:br>
            <a:r>
              <a:rPr lang="es-ES" sz="2000" dirty="0" smtClean="0"/>
              <a:t>Descripción</a:t>
            </a:r>
            <a:r>
              <a:rPr lang="es-ES" sz="2000" dirty="0"/>
              <a:t>, definición y diferencias de partidos </a:t>
            </a:r>
            <a:r>
              <a:rPr lang="es-ES" sz="2000" dirty="0" smtClean="0"/>
              <a:t>políticos-</a:t>
            </a:r>
            <a:br>
              <a:rPr lang="es-ES" sz="2000" dirty="0" smtClean="0"/>
            </a:br>
            <a:r>
              <a:rPr lang="es-ES" sz="2000" dirty="0" smtClean="0"/>
              <a:t>movimientos </a:t>
            </a:r>
            <a:r>
              <a:rPr lang="es-ES" sz="2000" dirty="0"/>
              <a:t>políticos.-</a:t>
            </a:r>
            <a:r>
              <a:rPr lang="es-CL" sz="2000" dirty="0"/>
              <a:t/>
            </a:r>
            <a:br>
              <a:rPr lang="es-CL" sz="2000" dirty="0"/>
            </a:br>
            <a:endParaRPr lang="es-CL" sz="2000" dirty="0"/>
          </a:p>
        </p:txBody>
      </p:sp>
      <p:sp>
        <p:nvSpPr>
          <p:cNvPr id="4" name="3 CuadroTexto"/>
          <p:cNvSpPr txBox="1"/>
          <p:nvPr/>
        </p:nvSpPr>
        <p:spPr>
          <a:xfrm>
            <a:off x="1082754" y="1340768"/>
            <a:ext cx="7740000" cy="923330"/>
          </a:xfrm>
          <a:prstGeom prst="rect">
            <a:avLst/>
          </a:prstGeom>
          <a:noFill/>
          <a:ln>
            <a:solidFill>
              <a:schemeClr val="tx1"/>
            </a:solidFill>
          </a:ln>
        </p:spPr>
        <p:txBody>
          <a:bodyPr wrap="square" rtlCol="0">
            <a:spAutoFit/>
          </a:bodyPr>
          <a:lstStyle/>
          <a:p>
            <a:r>
              <a:rPr lang="es-CL" dirty="0"/>
              <a:t>La diferencia que existe entre un partido, movimiento político y grupo significativo de </a:t>
            </a:r>
            <a:r>
              <a:rPr lang="es-CL" dirty="0" smtClean="0"/>
              <a:t>ciudadanos se </a:t>
            </a:r>
            <a:r>
              <a:rPr lang="es-CL" dirty="0"/>
              <a:t>encuentra en los fines fundantes de los mismos, los cuales son completamente diferentes entre </a:t>
            </a:r>
            <a:r>
              <a:rPr lang="es-CL" dirty="0" smtClean="0"/>
              <a:t>sí.</a:t>
            </a:r>
            <a:endParaRPr lang="es-CL" dirty="0"/>
          </a:p>
        </p:txBody>
      </p:sp>
      <p:sp>
        <p:nvSpPr>
          <p:cNvPr id="5" name="4 CuadroTexto"/>
          <p:cNvSpPr txBox="1"/>
          <p:nvPr/>
        </p:nvSpPr>
        <p:spPr>
          <a:xfrm>
            <a:off x="971600" y="2924944"/>
            <a:ext cx="184731" cy="369332"/>
          </a:xfrm>
          <a:prstGeom prst="rect">
            <a:avLst/>
          </a:prstGeom>
          <a:noFill/>
        </p:spPr>
        <p:txBody>
          <a:bodyPr wrap="none" rtlCol="0">
            <a:spAutoFit/>
          </a:bodyPr>
          <a:lstStyle/>
          <a:p>
            <a:endParaRPr lang="es-CL" dirty="0"/>
          </a:p>
        </p:txBody>
      </p:sp>
      <p:sp>
        <p:nvSpPr>
          <p:cNvPr id="7" name="6 Rectángulo"/>
          <p:cNvSpPr/>
          <p:nvPr/>
        </p:nvSpPr>
        <p:spPr>
          <a:xfrm>
            <a:off x="1187624" y="2636912"/>
            <a:ext cx="2987864" cy="1754326"/>
          </a:xfrm>
          <a:prstGeom prst="rect">
            <a:avLst/>
          </a:prstGeom>
          <a:ln>
            <a:solidFill>
              <a:schemeClr val="tx1"/>
            </a:solidFill>
          </a:ln>
        </p:spPr>
        <p:txBody>
          <a:bodyPr wrap="square">
            <a:spAutoFit/>
          </a:bodyPr>
          <a:lstStyle/>
          <a:p>
            <a:r>
              <a:rPr lang="es-CL" dirty="0" smtClean="0"/>
              <a:t>Así, en el caso de los partidos políticos estos buscan acceder al poder, a los cargos de elección popular e influir en las decisiones políticas y democráticas de la Nación.</a:t>
            </a:r>
            <a:endParaRPr lang="es-CL" dirty="0"/>
          </a:p>
        </p:txBody>
      </p:sp>
      <p:sp>
        <p:nvSpPr>
          <p:cNvPr id="8" name="7 Rectángulo"/>
          <p:cNvSpPr/>
          <p:nvPr/>
        </p:nvSpPr>
        <p:spPr>
          <a:xfrm>
            <a:off x="4860032" y="2636912"/>
            <a:ext cx="3708424" cy="2031325"/>
          </a:xfrm>
          <a:prstGeom prst="rect">
            <a:avLst/>
          </a:prstGeom>
          <a:ln>
            <a:solidFill>
              <a:schemeClr val="tx1"/>
            </a:solidFill>
          </a:ln>
        </p:spPr>
        <p:txBody>
          <a:bodyPr wrap="square">
            <a:spAutoFit/>
          </a:bodyPr>
          <a:lstStyle/>
          <a:p>
            <a:r>
              <a:rPr lang="es-CL" dirty="0" smtClean="0"/>
              <a:t>Por su parte, los movimientos políticos buscan </a:t>
            </a:r>
            <a:r>
              <a:rPr lang="es-CL" u="sng" dirty="0" smtClean="0"/>
              <a:t>influir en la formación </a:t>
            </a:r>
            <a:r>
              <a:rPr lang="es-CL" dirty="0" smtClean="0"/>
              <a:t>de la voluntad política o participar en las elecciones; los grupos significativos de ciudadanos recogen una manifestación política coyuntural.</a:t>
            </a:r>
            <a:endParaRPr lang="es-CL" dirty="0"/>
          </a:p>
        </p:txBody>
      </p:sp>
    </p:spTree>
    <p:extLst>
      <p:ext uri="{BB962C8B-B14F-4D97-AF65-F5344CB8AC3E}">
        <p14:creationId xmlns:p14="http://schemas.microsoft.com/office/powerpoint/2010/main" val="202559484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4788024" y="476672"/>
            <a:ext cx="4139952" cy="6186309"/>
          </a:xfrm>
          <a:prstGeom prst="rect">
            <a:avLst/>
          </a:prstGeom>
          <a:ln>
            <a:solidFill>
              <a:schemeClr val="tx1"/>
            </a:solidFill>
          </a:ln>
        </p:spPr>
        <p:txBody>
          <a:bodyPr wrap="square">
            <a:spAutoFit/>
          </a:bodyPr>
          <a:lstStyle/>
          <a:p>
            <a:pPr algn="ctr"/>
            <a:r>
              <a:rPr lang="es-CL" dirty="0" smtClean="0"/>
              <a:t>Movimiento político es el movimiento social que opera en el área política.</a:t>
            </a:r>
          </a:p>
          <a:p>
            <a:endParaRPr lang="es-CL" dirty="0" smtClean="0"/>
          </a:p>
          <a:p>
            <a:r>
              <a:rPr lang="es-CL" dirty="0" smtClean="0"/>
              <a:t>Puede organizarse a través de un solo asunto o conjunto de asuntos, o de un conjunto de preocupaciones compartidas por un grupo social. En contraste con un partido político, un movimiento político </a:t>
            </a:r>
            <a:r>
              <a:rPr lang="es-CL" u="sng" dirty="0" smtClean="0"/>
              <a:t>no se organiza para que miembros del movimiento sean elegidos para instituciones de poder político</a:t>
            </a:r>
            <a:r>
              <a:rPr lang="es-CL" dirty="0" smtClean="0"/>
              <a:t>, sino que anima a convencer, a los ciudadanos y al gobierno para que emprendan acciones en torno a los asuntos y preocupaciones que son el foco del movimiento. Los movimientos políticos son expresión de la lucha por el espacio político y sus beneficios. Se organizan como grupos no estatales dirigidos por sus propias élites. El proceso de construcción de identidad y su fortalecimiento es parte esencial de los movimientos políticos, sociales.</a:t>
            </a:r>
            <a:endParaRPr lang="es-CL" dirty="0"/>
          </a:p>
        </p:txBody>
      </p:sp>
      <p:sp>
        <p:nvSpPr>
          <p:cNvPr id="3" name="2 Rectángulo"/>
          <p:cNvSpPr/>
          <p:nvPr/>
        </p:nvSpPr>
        <p:spPr>
          <a:xfrm>
            <a:off x="1224128" y="552737"/>
            <a:ext cx="3059840" cy="5324535"/>
          </a:xfrm>
          <a:prstGeom prst="rect">
            <a:avLst/>
          </a:prstGeom>
          <a:ln>
            <a:solidFill>
              <a:schemeClr val="tx1"/>
            </a:solidFill>
          </a:ln>
        </p:spPr>
        <p:txBody>
          <a:bodyPr wrap="square">
            <a:spAutoFit/>
          </a:bodyPr>
          <a:lstStyle/>
          <a:p>
            <a:r>
              <a:rPr lang="es-CL" sz="2000" dirty="0" smtClean="0"/>
              <a:t>Los partidos políticos son entidades de interés público que tienen como fin promover la participación de los ciudadanos en la vida democrática, contribuir a la integración de la representación nacional y como organizaciones de ciudadanos, </a:t>
            </a:r>
            <a:r>
              <a:rPr lang="es-CL" sz="2000" u="sng" dirty="0" smtClean="0"/>
              <a:t>hacer</a:t>
            </a:r>
            <a:r>
              <a:rPr lang="es-CL" sz="2000" dirty="0" smtClean="0"/>
              <a:t> </a:t>
            </a:r>
            <a:r>
              <a:rPr lang="es-CL" sz="2000" u="sng" dirty="0" smtClean="0"/>
              <a:t>posible el acceso de éstos al ejercicio del poder público, </a:t>
            </a:r>
            <a:r>
              <a:rPr lang="es-CL" sz="2000" dirty="0" smtClean="0"/>
              <a:t>de acuerdo con los programas, principios e ideas que postulan y mediante el sufragio universal, libre, secreto y directo.</a:t>
            </a:r>
            <a:endParaRPr lang="es-CL" sz="2000" dirty="0"/>
          </a:p>
        </p:txBody>
      </p:sp>
    </p:spTree>
    <p:extLst>
      <p:ext uri="{BB962C8B-B14F-4D97-AF65-F5344CB8AC3E}">
        <p14:creationId xmlns:p14="http://schemas.microsoft.com/office/powerpoint/2010/main" val="6455252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1080120" y="904652"/>
            <a:ext cx="4572000" cy="1384995"/>
          </a:xfrm>
          <a:prstGeom prst="rect">
            <a:avLst/>
          </a:prstGeom>
          <a:ln>
            <a:solidFill>
              <a:schemeClr val="tx1"/>
            </a:solidFill>
          </a:ln>
        </p:spPr>
        <p:txBody>
          <a:bodyPr>
            <a:spAutoFit/>
          </a:bodyPr>
          <a:lstStyle/>
          <a:p>
            <a:pPr algn="just"/>
            <a:r>
              <a:rPr lang="es-CL" sz="1400" dirty="0" smtClean="0"/>
              <a:t>• La identidad: Le permite definir todo aquello que es común a sus integrantes y que los ha motivado a asociarse. Reúne un conjunto de criterios que giran alrededor del propósito que persiguen; articulan intereses generales y específicos que los relacionan con su naturaleza, y expresan un conjunto de aspiraciones propias.</a:t>
            </a:r>
            <a:endParaRPr lang="es-CL" sz="1400" dirty="0"/>
          </a:p>
        </p:txBody>
      </p:sp>
      <p:sp>
        <p:nvSpPr>
          <p:cNvPr id="4" name="3 Rectángulo"/>
          <p:cNvSpPr/>
          <p:nvPr/>
        </p:nvSpPr>
        <p:spPr>
          <a:xfrm>
            <a:off x="1080120" y="2348880"/>
            <a:ext cx="4572000" cy="1384995"/>
          </a:xfrm>
          <a:prstGeom prst="rect">
            <a:avLst/>
          </a:prstGeom>
          <a:ln>
            <a:solidFill>
              <a:schemeClr val="tx1"/>
            </a:solidFill>
          </a:ln>
        </p:spPr>
        <p:txBody>
          <a:bodyPr>
            <a:spAutoFit/>
          </a:bodyPr>
          <a:lstStyle/>
          <a:p>
            <a:r>
              <a:rPr lang="es-CL" sz="1400" dirty="0" smtClean="0"/>
              <a:t>• La finalidad: Cumplir con cualquier actividad que esté relacionada con su naturaleza y alcance en el mundo político que además los involucre socialmente. Estar en condiciones de decidir sobre el Estado y su relación con la sociedad, y establecer, por la razón o por la fuerza, su propia visión del mundo como orientadora de la acción estatal.</a:t>
            </a:r>
            <a:endParaRPr lang="es-CL" sz="1400" dirty="0"/>
          </a:p>
        </p:txBody>
      </p:sp>
      <p:sp>
        <p:nvSpPr>
          <p:cNvPr id="5" name="4 Rectángulo"/>
          <p:cNvSpPr/>
          <p:nvPr/>
        </p:nvSpPr>
        <p:spPr>
          <a:xfrm>
            <a:off x="1080120" y="3771617"/>
            <a:ext cx="4572000" cy="1169551"/>
          </a:xfrm>
          <a:prstGeom prst="rect">
            <a:avLst/>
          </a:prstGeom>
          <a:ln>
            <a:solidFill>
              <a:schemeClr val="tx1"/>
            </a:solidFill>
          </a:ln>
        </p:spPr>
        <p:txBody>
          <a:bodyPr>
            <a:spAutoFit/>
          </a:bodyPr>
          <a:lstStyle/>
          <a:p>
            <a:r>
              <a:rPr lang="es-CL" sz="1400" dirty="0" smtClean="0"/>
              <a:t>• La visión de totalidad: Le permite ubicar su interrelación con los diferentes grupos políticos o sociales, y descubrir los elementos en común y los que no. Esto quiere decir, estar en condiciones de caracterizarlos como aliados o adversarios (o como amigos o enemigos).</a:t>
            </a:r>
            <a:endParaRPr lang="es-CL" sz="1400" dirty="0"/>
          </a:p>
        </p:txBody>
      </p:sp>
      <p:sp>
        <p:nvSpPr>
          <p:cNvPr id="6" name="5 Rectángulo"/>
          <p:cNvSpPr/>
          <p:nvPr/>
        </p:nvSpPr>
        <p:spPr>
          <a:xfrm>
            <a:off x="1080120" y="5068922"/>
            <a:ext cx="4572000" cy="1600438"/>
          </a:xfrm>
          <a:prstGeom prst="rect">
            <a:avLst/>
          </a:prstGeom>
          <a:ln>
            <a:solidFill>
              <a:schemeClr val="tx1"/>
            </a:solidFill>
          </a:ln>
        </p:spPr>
        <p:txBody>
          <a:bodyPr>
            <a:spAutoFit/>
          </a:bodyPr>
          <a:lstStyle/>
          <a:p>
            <a:r>
              <a:rPr lang="es-CL" sz="1400" dirty="0" smtClean="0"/>
              <a:t>• La estructura y organización interna: Condición indispensable para mantener la adhesión, dinamizar la acción y garantizar su permanencia. Requiere de un líder o conductor, como equipo de trabajo, una minoría dirigente que se encarga de que el movimiento funcione como tal, y una mayoría que los sigue, los apoya y confía en ellos, a través de los mecanismos de identificación y representación.</a:t>
            </a:r>
            <a:endParaRPr lang="es-CL" sz="1400" dirty="0"/>
          </a:p>
        </p:txBody>
      </p:sp>
      <p:sp>
        <p:nvSpPr>
          <p:cNvPr id="7" name="6 Rectángulo"/>
          <p:cNvSpPr/>
          <p:nvPr/>
        </p:nvSpPr>
        <p:spPr>
          <a:xfrm>
            <a:off x="5940472" y="908719"/>
            <a:ext cx="2880000" cy="4616648"/>
          </a:xfrm>
          <a:prstGeom prst="rect">
            <a:avLst/>
          </a:prstGeom>
          <a:ln>
            <a:solidFill>
              <a:schemeClr val="tx1"/>
            </a:solidFill>
          </a:ln>
        </p:spPr>
        <p:txBody>
          <a:bodyPr wrap="square">
            <a:spAutoFit/>
          </a:bodyPr>
          <a:lstStyle/>
          <a:p>
            <a:r>
              <a:rPr lang="es-CL" sz="1400" dirty="0" smtClean="0"/>
              <a:t>• La metodología: Define específica y administrativamente, Qué se hará, Cómo se hará y Qué recursos tenemos para cumplir con las metas y objetivos estipulados. Se refleja en el diseño estratégico a seguir para alcanzar los objetivos, en la formulación de uno o más planes de acción en función de la correlación de fuerzas, y en la realización de diversos  </a:t>
            </a:r>
            <a:r>
              <a:rPr lang="es-CL" sz="1400" dirty="0"/>
              <a:t>tipos de acciones con los cuales pretenden alcanzar su finalidad (movilizaciones, marchas, protestas, negociaciones, plantones, propuestas, acciones de fuerza, pronunciamientos, etc.). Esto es lo que le da sentido de permanencia como movimiento y garantiza la existencia de un hilo conductor cuya ausencia negaría su condición de movimiento.</a:t>
            </a:r>
          </a:p>
        </p:txBody>
      </p:sp>
      <p:sp>
        <p:nvSpPr>
          <p:cNvPr id="9" name="8 Rectángulo"/>
          <p:cNvSpPr/>
          <p:nvPr/>
        </p:nvSpPr>
        <p:spPr>
          <a:xfrm>
            <a:off x="971600" y="118373"/>
            <a:ext cx="4572000" cy="646331"/>
          </a:xfrm>
          <a:prstGeom prst="rect">
            <a:avLst/>
          </a:prstGeom>
        </p:spPr>
        <p:txBody>
          <a:bodyPr>
            <a:spAutoFit/>
          </a:bodyPr>
          <a:lstStyle/>
          <a:p>
            <a:r>
              <a:rPr lang="es-CL" b="1" dirty="0"/>
              <a:t>CARACTERÍSTICAS ESPECÍFICAS DE LOS MOVIMIENTOS POLÍTICO</a:t>
            </a:r>
            <a:endParaRPr lang="es-CL" dirty="0"/>
          </a:p>
        </p:txBody>
      </p:sp>
    </p:spTree>
    <p:extLst>
      <p:ext uri="{BB962C8B-B14F-4D97-AF65-F5344CB8AC3E}">
        <p14:creationId xmlns:p14="http://schemas.microsoft.com/office/powerpoint/2010/main" val="984060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3059832" y="116632"/>
            <a:ext cx="3096344" cy="369332"/>
          </a:xfrm>
          <a:prstGeom prst="rect">
            <a:avLst/>
          </a:prstGeom>
          <a:noFill/>
        </p:spPr>
        <p:txBody>
          <a:bodyPr wrap="square" rtlCol="0">
            <a:spAutoFit/>
          </a:bodyPr>
          <a:lstStyle/>
          <a:p>
            <a:pPr algn="ctr"/>
            <a:r>
              <a:rPr lang="es-ES" dirty="0" smtClean="0"/>
              <a:t>Tareas por definir</a:t>
            </a:r>
            <a:endParaRPr lang="es-CL" dirty="0"/>
          </a:p>
        </p:txBody>
      </p:sp>
      <p:sp>
        <p:nvSpPr>
          <p:cNvPr id="3" name="2 Rectángulo"/>
          <p:cNvSpPr/>
          <p:nvPr/>
        </p:nvSpPr>
        <p:spPr>
          <a:xfrm>
            <a:off x="1656184" y="542285"/>
            <a:ext cx="4572000" cy="5447645"/>
          </a:xfrm>
          <a:prstGeom prst="rect">
            <a:avLst/>
          </a:prstGeom>
        </p:spPr>
        <p:txBody>
          <a:bodyPr>
            <a:spAutoFit/>
          </a:bodyPr>
          <a:lstStyle/>
          <a:p>
            <a:r>
              <a:rPr lang="es-ES" sz="1200" dirty="0"/>
              <a:t>I) Que queremos ser?</a:t>
            </a:r>
            <a:endParaRPr lang="es-CL" sz="1200" dirty="0"/>
          </a:p>
          <a:p>
            <a:pPr lvl="0"/>
            <a:r>
              <a:rPr lang="es-ES" sz="1200" dirty="0"/>
              <a:t>Movimiento</a:t>
            </a:r>
            <a:endParaRPr lang="es-CL" sz="1200" dirty="0"/>
          </a:p>
          <a:p>
            <a:pPr lvl="0"/>
            <a:r>
              <a:rPr lang="es-ES" sz="1200" dirty="0"/>
              <a:t>Partido</a:t>
            </a:r>
            <a:endParaRPr lang="es-CL" sz="1200" dirty="0"/>
          </a:p>
          <a:p>
            <a:pPr lvl="0"/>
            <a:r>
              <a:rPr lang="es-ES" sz="1200" dirty="0"/>
              <a:t>Movimiento inicial  / luego </a:t>
            </a:r>
            <a:r>
              <a:rPr lang="es-ES" sz="1200" dirty="0" smtClean="0"/>
              <a:t>partido</a:t>
            </a:r>
          </a:p>
          <a:p>
            <a:pPr lvl="0"/>
            <a:endParaRPr lang="es-CL" sz="1200" dirty="0"/>
          </a:p>
          <a:p>
            <a:r>
              <a:rPr lang="es-ES" sz="1200" dirty="0"/>
              <a:t>II) Que nos ha motivado a asociarnos?</a:t>
            </a:r>
            <a:endParaRPr lang="es-CL" sz="1200" dirty="0"/>
          </a:p>
          <a:p>
            <a:pPr lvl="0"/>
            <a:r>
              <a:rPr lang="es-ES" sz="1200" dirty="0"/>
              <a:t>Salir del Régimen</a:t>
            </a:r>
            <a:endParaRPr lang="es-CL" sz="1200" dirty="0"/>
          </a:p>
          <a:p>
            <a:pPr lvl="0"/>
            <a:r>
              <a:rPr lang="es-ES" sz="1200" dirty="0"/>
              <a:t>Recuperar la patria  del secuestro al cual está sometida.</a:t>
            </a:r>
            <a:endParaRPr lang="es-CL" sz="1200" dirty="0"/>
          </a:p>
          <a:p>
            <a:pPr lvl="0"/>
            <a:r>
              <a:rPr lang="es-ES" sz="1200" dirty="0"/>
              <a:t>Proponer una vía que logre las dos </a:t>
            </a:r>
            <a:r>
              <a:rPr lang="es-ES" sz="1200" dirty="0" smtClean="0"/>
              <a:t>anteriores</a:t>
            </a:r>
          </a:p>
          <a:p>
            <a:pPr lvl="0"/>
            <a:endParaRPr lang="es-CL" sz="1200" dirty="0"/>
          </a:p>
          <a:p>
            <a:r>
              <a:rPr lang="es-ES" sz="1200" dirty="0"/>
              <a:t>III) Cuál es nuestra finalidad?</a:t>
            </a:r>
            <a:endParaRPr lang="es-CL" sz="1200" dirty="0"/>
          </a:p>
          <a:p>
            <a:r>
              <a:rPr lang="es-ES" sz="1200" dirty="0"/>
              <a:t>Estar en condiciones de decidir sobre el Estado y su relación con la sociedad</a:t>
            </a:r>
            <a:r>
              <a:rPr lang="es-ES" sz="1200" dirty="0" smtClean="0"/>
              <a:t>.</a:t>
            </a:r>
          </a:p>
          <a:p>
            <a:endParaRPr lang="es-CL" sz="1200" dirty="0"/>
          </a:p>
          <a:p>
            <a:r>
              <a:rPr lang="es-ES" sz="1200" dirty="0"/>
              <a:t>IV) Que actividades debemos cumplir y acometer para lograrlo?</a:t>
            </a:r>
            <a:endParaRPr lang="es-CL" sz="1200" dirty="0"/>
          </a:p>
          <a:p>
            <a:r>
              <a:rPr lang="es-ES" sz="1200" dirty="0" err="1"/>
              <a:t>a,b,c,d</a:t>
            </a:r>
            <a:r>
              <a:rPr lang="es-ES" sz="1200" dirty="0"/>
              <a:t>,……etc</a:t>
            </a:r>
            <a:r>
              <a:rPr lang="es-ES" sz="1200" dirty="0" smtClean="0"/>
              <a:t>.</a:t>
            </a:r>
          </a:p>
          <a:p>
            <a:endParaRPr lang="es-CL" sz="1200" dirty="0"/>
          </a:p>
          <a:p>
            <a:r>
              <a:rPr lang="es-ES" sz="1200" dirty="0"/>
              <a:t>V) Cual sería nuestra visión total?</a:t>
            </a:r>
            <a:endParaRPr lang="es-CL" sz="1200" dirty="0"/>
          </a:p>
          <a:p>
            <a:r>
              <a:rPr lang="es-ES" sz="1200" dirty="0"/>
              <a:t>Definir cómo será nuestra interrelación con los diferentes grupos políticos y sociales, quienes serán nuestros amigos y quienes los enemigos. Nuestras fortalezas y debilidades</a:t>
            </a:r>
            <a:r>
              <a:rPr lang="es-ES" sz="1200" dirty="0" smtClean="0"/>
              <a:t>.</a:t>
            </a:r>
          </a:p>
          <a:p>
            <a:endParaRPr lang="es-CL" sz="1200" dirty="0"/>
          </a:p>
          <a:p>
            <a:r>
              <a:rPr lang="es-ES" sz="1200" dirty="0"/>
              <a:t>VI) Que estructura y organización tendremos?</a:t>
            </a:r>
            <a:endParaRPr lang="es-CL" sz="1200" dirty="0"/>
          </a:p>
          <a:p>
            <a:r>
              <a:rPr lang="es-ES" sz="1200" dirty="0"/>
              <a:t>Definir quiénes y cuántos formaran parte de ella</a:t>
            </a:r>
            <a:r>
              <a:rPr lang="es-ES" sz="1200" dirty="0" smtClean="0"/>
              <a:t>.</a:t>
            </a:r>
          </a:p>
          <a:p>
            <a:endParaRPr lang="es-CL" sz="1200" dirty="0"/>
          </a:p>
          <a:p>
            <a:r>
              <a:rPr lang="es-ES" sz="1200" dirty="0"/>
              <a:t>VII) Cual será la Metodología?</a:t>
            </a:r>
            <a:endParaRPr lang="es-CL" sz="1200" dirty="0"/>
          </a:p>
          <a:p>
            <a:pPr lvl="0"/>
            <a:r>
              <a:rPr lang="es-ES" sz="1200" dirty="0"/>
              <a:t>Que se hará y cuando</a:t>
            </a:r>
            <a:endParaRPr lang="es-CL" sz="1200" dirty="0"/>
          </a:p>
          <a:p>
            <a:pPr lvl="0"/>
            <a:r>
              <a:rPr lang="es-ES" sz="1200" dirty="0"/>
              <a:t>Como se hará</a:t>
            </a:r>
            <a:endParaRPr lang="es-CL" sz="1200" dirty="0"/>
          </a:p>
          <a:p>
            <a:pPr lvl="0"/>
            <a:r>
              <a:rPr lang="es-ES" sz="1200" dirty="0"/>
              <a:t>Que recursos disponemos tanto humanos como monetarios</a:t>
            </a:r>
            <a:endParaRPr lang="es-CL" sz="1200" dirty="0"/>
          </a:p>
        </p:txBody>
      </p:sp>
    </p:spTree>
    <p:extLst>
      <p:ext uri="{BB962C8B-B14F-4D97-AF65-F5344CB8AC3E}">
        <p14:creationId xmlns:p14="http://schemas.microsoft.com/office/powerpoint/2010/main" val="227833336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io">
  <a:themeElements>
    <a:clrScheme name="Solsticio">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io">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io">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139</TotalTime>
  <Words>841</Words>
  <Application>Microsoft Office PowerPoint</Application>
  <PresentationFormat>Presentación en pantalla (4:3)</PresentationFormat>
  <Paragraphs>41</Paragraphs>
  <Slides>4</Slides>
  <Notes>0</Notes>
  <HiddenSlides>0</HiddenSlides>
  <MMClips>0</MMClips>
  <ScaleCrop>false</ScaleCrop>
  <HeadingPairs>
    <vt:vector size="4" baseType="variant">
      <vt:variant>
        <vt:lpstr>Tema</vt:lpstr>
      </vt:variant>
      <vt:variant>
        <vt:i4>1</vt:i4>
      </vt:variant>
      <vt:variant>
        <vt:lpstr>Títulos de diapositiva</vt:lpstr>
      </vt:variant>
      <vt:variant>
        <vt:i4>4</vt:i4>
      </vt:variant>
    </vt:vector>
  </HeadingPairs>
  <TitlesOfParts>
    <vt:vector size="5" baseType="lpstr">
      <vt:lpstr>Solsticio</vt:lpstr>
      <vt:lpstr> Descripción, definición y diferencias de partidos políticos- movimientos políticos.- </vt:lpstr>
      <vt:lpstr>Presentación de PowerPoint</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Descripción, definición y diferencias de partidos políticos-movimientos políticos.-</dc:title>
  <dc:creator>William Guerra</dc:creator>
  <cp:lastModifiedBy>William Guerra</cp:lastModifiedBy>
  <cp:revision>8</cp:revision>
  <dcterms:created xsi:type="dcterms:W3CDTF">2019-08-09T21:18:54Z</dcterms:created>
  <dcterms:modified xsi:type="dcterms:W3CDTF">2019-08-09T23:38:21Z</dcterms:modified>
</cp:coreProperties>
</file>