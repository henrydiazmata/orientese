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3" autoAdjust="0"/>
    <p:restoredTop sz="94660"/>
  </p:normalViewPr>
  <p:slideViewPr>
    <p:cSldViewPr snapToGrid="0">
      <p:cViewPr varScale="1">
        <p:scale>
          <a:sx n="66" d="100"/>
          <a:sy n="66" d="100"/>
        </p:scale>
        <p:origin x="102" y="4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pt-BR" smtClean="0"/>
              <a:t>Clique para editar o título mestre</a:t>
            </a:r>
            <a:endParaRPr lang="es-VE"/>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smtClean="0"/>
              <a:t>Clique para editar o estilo do subtítulo Mestre</a:t>
            </a:r>
            <a:endParaRPr lang="es-VE"/>
          </a:p>
        </p:txBody>
      </p:sp>
      <p:sp>
        <p:nvSpPr>
          <p:cNvPr id="4" name="Espaço Reservado para Data 3"/>
          <p:cNvSpPr>
            <a:spLocks noGrp="1"/>
          </p:cNvSpPr>
          <p:nvPr>
            <p:ph type="dt" sz="half" idx="10"/>
          </p:nvPr>
        </p:nvSpPr>
        <p:spPr/>
        <p:txBody>
          <a:bodyPr/>
          <a:lstStyle/>
          <a:p>
            <a:fld id="{E62D8538-EECD-4B54-94BF-5A3401FE2331}" type="datetimeFigureOut">
              <a:rPr lang="es-VE" smtClean="0"/>
              <a:t>12/8/2019</a:t>
            </a:fld>
            <a:endParaRPr lang="es-VE"/>
          </a:p>
        </p:txBody>
      </p:sp>
      <p:sp>
        <p:nvSpPr>
          <p:cNvPr id="5" name="Espaço Reservado para Rodapé 4"/>
          <p:cNvSpPr>
            <a:spLocks noGrp="1"/>
          </p:cNvSpPr>
          <p:nvPr>
            <p:ph type="ftr" sz="quarter" idx="11"/>
          </p:nvPr>
        </p:nvSpPr>
        <p:spPr/>
        <p:txBody>
          <a:bodyPr/>
          <a:lstStyle/>
          <a:p>
            <a:endParaRPr lang="es-VE"/>
          </a:p>
        </p:txBody>
      </p:sp>
      <p:sp>
        <p:nvSpPr>
          <p:cNvPr id="6" name="Espaço Reservado para Número de Slide 5"/>
          <p:cNvSpPr>
            <a:spLocks noGrp="1"/>
          </p:cNvSpPr>
          <p:nvPr>
            <p:ph type="sldNum" sz="quarter" idx="12"/>
          </p:nvPr>
        </p:nvSpPr>
        <p:spPr/>
        <p:txBody>
          <a:bodyPr/>
          <a:lstStyle/>
          <a:p>
            <a:fld id="{79A8088D-826B-4718-997C-9C0C9A1C2306}" type="slidenum">
              <a:rPr lang="es-VE" smtClean="0"/>
              <a:t>‹nº›</a:t>
            </a:fld>
            <a:endParaRPr lang="es-VE"/>
          </a:p>
        </p:txBody>
      </p:sp>
    </p:spTree>
    <p:extLst>
      <p:ext uri="{BB962C8B-B14F-4D97-AF65-F5344CB8AC3E}">
        <p14:creationId xmlns:p14="http://schemas.microsoft.com/office/powerpoint/2010/main" val="27709017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es-VE"/>
          </a:p>
        </p:txBody>
      </p:sp>
      <p:sp>
        <p:nvSpPr>
          <p:cNvPr id="3" name="Espaço Reservado para Conteúdo 2"/>
          <p:cNvSpPr>
            <a:spLocks noGrp="1"/>
          </p:cNvSpPr>
          <p:nvPr>
            <p:ph idx="1"/>
          </p:nvPr>
        </p:nvSpPr>
        <p:spPr/>
        <p:txBody>
          <a:body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s-VE"/>
          </a:p>
        </p:txBody>
      </p:sp>
      <p:sp>
        <p:nvSpPr>
          <p:cNvPr id="4" name="Espaço Reservado para Data 3"/>
          <p:cNvSpPr>
            <a:spLocks noGrp="1"/>
          </p:cNvSpPr>
          <p:nvPr>
            <p:ph type="dt" sz="half" idx="10"/>
          </p:nvPr>
        </p:nvSpPr>
        <p:spPr/>
        <p:txBody>
          <a:bodyPr/>
          <a:lstStyle/>
          <a:p>
            <a:fld id="{E62D8538-EECD-4B54-94BF-5A3401FE2331}" type="datetimeFigureOut">
              <a:rPr lang="es-VE" smtClean="0"/>
              <a:t>12/8/2019</a:t>
            </a:fld>
            <a:endParaRPr lang="es-VE"/>
          </a:p>
        </p:txBody>
      </p:sp>
      <p:sp>
        <p:nvSpPr>
          <p:cNvPr id="5" name="Espaço Reservado para Rodapé 4"/>
          <p:cNvSpPr>
            <a:spLocks noGrp="1"/>
          </p:cNvSpPr>
          <p:nvPr>
            <p:ph type="ftr" sz="quarter" idx="11"/>
          </p:nvPr>
        </p:nvSpPr>
        <p:spPr/>
        <p:txBody>
          <a:bodyPr/>
          <a:lstStyle/>
          <a:p>
            <a:endParaRPr lang="es-VE"/>
          </a:p>
        </p:txBody>
      </p:sp>
      <p:sp>
        <p:nvSpPr>
          <p:cNvPr id="6" name="Espaço Reservado para Número de Slide 5"/>
          <p:cNvSpPr>
            <a:spLocks noGrp="1"/>
          </p:cNvSpPr>
          <p:nvPr>
            <p:ph type="sldNum" sz="quarter" idx="12"/>
          </p:nvPr>
        </p:nvSpPr>
        <p:spPr/>
        <p:txBody>
          <a:bodyPr/>
          <a:lstStyle/>
          <a:p>
            <a:fld id="{79A8088D-826B-4718-997C-9C0C9A1C2306}" type="slidenum">
              <a:rPr lang="es-VE" smtClean="0"/>
              <a:t>‹nº›</a:t>
            </a:fld>
            <a:endParaRPr lang="es-VE"/>
          </a:p>
        </p:txBody>
      </p:sp>
    </p:spTree>
    <p:extLst>
      <p:ext uri="{BB962C8B-B14F-4D97-AF65-F5344CB8AC3E}">
        <p14:creationId xmlns:p14="http://schemas.microsoft.com/office/powerpoint/2010/main" val="4006093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pt-BR" smtClean="0"/>
              <a:t>Clique para editar o título mestre</a:t>
            </a:r>
            <a:endParaRPr lang="es-VE"/>
          </a:p>
        </p:txBody>
      </p:sp>
      <p:sp>
        <p:nvSpPr>
          <p:cNvPr id="3" name="Espaço Reservado para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smtClean="0"/>
              <a:t>Editar estilos de texto Mestre</a:t>
            </a:r>
          </a:p>
        </p:txBody>
      </p:sp>
      <p:sp>
        <p:nvSpPr>
          <p:cNvPr id="4" name="Espaço Reservado para Data 3"/>
          <p:cNvSpPr>
            <a:spLocks noGrp="1"/>
          </p:cNvSpPr>
          <p:nvPr>
            <p:ph type="dt" sz="half" idx="10"/>
          </p:nvPr>
        </p:nvSpPr>
        <p:spPr/>
        <p:txBody>
          <a:bodyPr/>
          <a:lstStyle/>
          <a:p>
            <a:fld id="{E62D8538-EECD-4B54-94BF-5A3401FE2331}" type="datetimeFigureOut">
              <a:rPr lang="es-VE" smtClean="0"/>
              <a:t>12/8/2019</a:t>
            </a:fld>
            <a:endParaRPr lang="es-VE"/>
          </a:p>
        </p:txBody>
      </p:sp>
      <p:sp>
        <p:nvSpPr>
          <p:cNvPr id="5" name="Espaço Reservado para Rodapé 4"/>
          <p:cNvSpPr>
            <a:spLocks noGrp="1"/>
          </p:cNvSpPr>
          <p:nvPr>
            <p:ph type="ftr" sz="quarter" idx="11"/>
          </p:nvPr>
        </p:nvSpPr>
        <p:spPr/>
        <p:txBody>
          <a:bodyPr/>
          <a:lstStyle/>
          <a:p>
            <a:endParaRPr lang="es-VE"/>
          </a:p>
        </p:txBody>
      </p:sp>
      <p:sp>
        <p:nvSpPr>
          <p:cNvPr id="6" name="Espaço Reservado para Número de Slide 5"/>
          <p:cNvSpPr>
            <a:spLocks noGrp="1"/>
          </p:cNvSpPr>
          <p:nvPr>
            <p:ph type="sldNum" sz="quarter" idx="12"/>
          </p:nvPr>
        </p:nvSpPr>
        <p:spPr/>
        <p:txBody>
          <a:bodyPr/>
          <a:lstStyle/>
          <a:p>
            <a:fld id="{79A8088D-826B-4718-997C-9C0C9A1C2306}" type="slidenum">
              <a:rPr lang="es-VE" smtClean="0"/>
              <a:t>‹nº›</a:t>
            </a:fld>
            <a:endParaRPr lang="es-VE"/>
          </a:p>
        </p:txBody>
      </p:sp>
    </p:spTree>
    <p:extLst>
      <p:ext uri="{BB962C8B-B14F-4D97-AF65-F5344CB8AC3E}">
        <p14:creationId xmlns:p14="http://schemas.microsoft.com/office/powerpoint/2010/main" val="12217345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es-VE"/>
          </a:p>
        </p:txBody>
      </p:sp>
      <p:sp>
        <p:nvSpPr>
          <p:cNvPr id="3" name="Espaço Reservado para Conteúdo 2"/>
          <p:cNvSpPr>
            <a:spLocks noGrp="1"/>
          </p:cNvSpPr>
          <p:nvPr>
            <p:ph sz="half" idx="1"/>
          </p:nvPr>
        </p:nvSpPr>
        <p:spPr>
          <a:xfrm>
            <a:off x="838200" y="1825625"/>
            <a:ext cx="5181600" cy="4351338"/>
          </a:xfrm>
        </p:spPr>
        <p:txBody>
          <a:body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s-VE"/>
          </a:p>
        </p:txBody>
      </p:sp>
      <p:sp>
        <p:nvSpPr>
          <p:cNvPr id="4" name="Espaço Reservado para Conteúdo 3"/>
          <p:cNvSpPr>
            <a:spLocks noGrp="1"/>
          </p:cNvSpPr>
          <p:nvPr>
            <p:ph sz="half" idx="2"/>
          </p:nvPr>
        </p:nvSpPr>
        <p:spPr>
          <a:xfrm>
            <a:off x="6172200" y="1825625"/>
            <a:ext cx="5181600" cy="4351338"/>
          </a:xfrm>
        </p:spPr>
        <p:txBody>
          <a:body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s-VE"/>
          </a:p>
        </p:txBody>
      </p:sp>
      <p:sp>
        <p:nvSpPr>
          <p:cNvPr id="5" name="Espaço Reservado para Data 4"/>
          <p:cNvSpPr>
            <a:spLocks noGrp="1"/>
          </p:cNvSpPr>
          <p:nvPr>
            <p:ph type="dt" sz="half" idx="10"/>
          </p:nvPr>
        </p:nvSpPr>
        <p:spPr/>
        <p:txBody>
          <a:bodyPr/>
          <a:lstStyle/>
          <a:p>
            <a:fld id="{E62D8538-EECD-4B54-94BF-5A3401FE2331}" type="datetimeFigureOut">
              <a:rPr lang="es-VE" smtClean="0"/>
              <a:t>12/8/2019</a:t>
            </a:fld>
            <a:endParaRPr lang="es-VE"/>
          </a:p>
        </p:txBody>
      </p:sp>
      <p:sp>
        <p:nvSpPr>
          <p:cNvPr id="6" name="Espaço Reservado para Rodapé 5"/>
          <p:cNvSpPr>
            <a:spLocks noGrp="1"/>
          </p:cNvSpPr>
          <p:nvPr>
            <p:ph type="ftr" sz="quarter" idx="11"/>
          </p:nvPr>
        </p:nvSpPr>
        <p:spPr/>
        <p:txBody>
          <a:bodyPr/>
          <a:lstStyle/>
          <a:p>
            <a:endParaRPr lang="es-VE"/>
          </a:p>
        </p:txBody>
      </p:sp>
      <p:sp>
        <p:nvSpPr>
          <p:cNvPr id="7" name="Espaço Reservado para Número de Slide 6"/>
          <p:cNvSpPr>
            <a:spLocks noGrp="1"/>
          </p:cNvSpPr>
          <p:nvPr>
            <p:ph type="sldNum" sz="quarter" idx="12"/>
          </p:nvPr>
        </p:nvSpPr>
        <p:spPr/>
        <p:txBody>
          <a:bodyPr/>
          <a:lstStyle/>
          <a:p>
            <a:fld id="{79A8088D-826B-4718-997C-9C0C9A1C2306}" type="slidenum">
              <a:rPr lang="es-VE" smtClean="0"/>
              <a:t>‹nº›</a:t>
            </a:fld>
            <a:endParaRPr lang="es-VE"/>
          </a:p>
        </p:txBody>
      </p:sp>
    </p:spTree>
    <p:extLst>
      <p:ext uri="{BB962C8B-B14F-4D97-AF65-F5344CB8AC3E}">
        <p14:creationId xmlns:p14="http://schemas.microsoft.com/office/powerpoint/2010/main" val="23572633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pt-BR" smtClean="0"/>
              <a:t>Clique para editar o título mestre</a:t>
            </a:r>
            <a:endParaRPr lang="es-VE"/>
          </a:p>
        </p:txBody>
      </p:sp>
      <p:sp>
        <p:nvSpPr>
          <p:cNvPr id="3" name="Espaço Reservado para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Editar estilos de texto Mestre</a:t>
            </a:r>
          </a:p>
        </p:txBody>
      </p:sp>
      <p:sp>
        <p:nvSpPr>
          <p:cNvPr id="4" name="Espaço Reservado para Conteúdo 3"/>
          <p:cNvSpPr>
            <a:spLocks noGrp="1"/>
          </p:cNvSpPr>
          <p:nvPr>
            <p:ph sz="half" idx="2"/>
          </p:nvPr>
        </p:nvSpPr>
        <p:spPr>
          <a:xfrm>
            <a:off x="839788" y="2505075"/>
            <a:ext cx="5157787" cy="3684588"/>
          </a:xfrm>
        </p:spPr>
        <p:txBody>
          <a:body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s-VE"/>
          </a:p>
        </p:txBody>
      </p:sp>
      <p:sp>
        <p:nvSpPr>
          <p:cNvPr id="5" name="Espaço Reservado para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Editar estilos de texto Mestre</a:t>
            </a:r>
          </a:p>
        </p:txBody>
      </p:sp>
      <p:sp>
        <p:nvSpPr>
          <p:cNvPr id="6" name="Espaço Reservado para Conteúdo 5"/>
          <p:cNvSpPr>
            <a:spLocks noGrp="1"/>
          </p:cNvSpPr>
          <p:nvPr>
            <p:ph sz="quarter" idx="4"/>
          </p:nvPr>
        </p:nvSpPr>
        <p:spPr>
          <a:xfrm>
            <a:off x="6172200" y="2505075"/>
            <a:ext cx="5183188" cy="3684588"/>
          </a:xfrm>
        </p:spPr>
        <p:txBody>
          <a:body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s-VE"/>
          </a:p>
        </p:txBody>
      </p:sp>
      <p:sp>
        <p:nvSpPr>
          <p:cNvPr id="7" name="Espaço Reservado para Data 6"/>
          <p:cNvSpPr>
            <a:spLocks noGrp="1"/>
          </p:cNvSpPr>
          <p:nvPr>
            <p:ph type="dt" sz="half" idx="10"/>
          </p:nvPr>
        </p:nvSpPr>
        <p:spPr/>
        <p:txBody>
          <a:bodyPr/>
          <a:lstStyle/>
          <a:p>
            <a:fld id="{E62D8538-EECD-4B54-94BF-5A3401FE2331}" type="datetimeFigureOut">
              <a:rPr lang="es-VE" smtClean="0"/>
              <a:t>12/8/2019</a:t>
            </a:fld>
            <a:endParaRPr lang="es-VE"/>
          </a:p>
        </p:txBody>
      </p:sp>
      <p:sp>
        <p:nvSpPr>
          <p:cNvPr id="8" name="Espaço Reservado para Rodapé 7"/>
          <p:cNvSpPr>
            <a:spLocks noGrp="1"/>
          </p:cNvSpPr>
          <p:nvPr>
            <p:ph type="ftr" sz="quarter" idx="11"/>
          </p:nvPr>
        </p:nvSpPr>
        <p:spPr/>
        <p:txBody>
          <a:bodyPr/>
          <a:lstStyle/>
          <a:p>
            <a:endParaRPr lang="es-VE"/>
          </a:p>
        </p:txBody>
      </p:sp>
      <p:sp>
        <p:nvSpPr>
          <p:cNvPr id="9" name="Espaço Reservado para Número de Slide 8"/>
          <p:cNvSpPr>
            <a:spLocks noGrp="1"/>
          </p:cNvSpPr>
          <p:nvPr>
            <p:ph type="sldNum" sz="quarter" idx="12"/>
          </p:nvPr>
        </p:nvSpPr>
        <p:spPr/>
        <p:txBody>
          <a:bodyPr/>
          <a:lstStyle/>
          <a:p>
            <a:fld id="{79A8088D-826B-4718-997C-9C0C9A1C2306}" type="slidenum">
              <a:rPr lang="es-VE" smtClean="0"/>
              <a:t>‹nº›</a:t>
            </a:fld>
            <a:endParaRPr lang="es-VE"/>
          </a:p>
        </p:txBody>
      </p:sp>
    </p:spTree>
    <p:extLst>
      <p:ext uri="{BB962C8B-B14F-4D97-AF65-F5344CB8AC3E}">
        <p14:creationId xmlns:p14="http://schemas.microsoft.com/office/powerpoint/2010/main" val="8097195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es-VE"/>
          </a:p>
        </p:txBody>
      </p:sp>
      <p:sp>
        <p:nvSpPr>
          <p:cNvPr id="3" name="Espaço Reservado para Data 2"/>
          <p:cNvSpPr>
            <a:spLocks noGrp="1"/>
          </p:cNvSpPr>
          <p:nvPr>
            <p:ph type="dt" sz="half" idx="10"/>
          </p:nvPr>
        </p:nvSpPr>
        <p:spPr/>
        <p:txBody>
          <a:bodyPr/>
          <a:lstStyle/>
          <a:p>
            <a:fld id="{E62D8538-EECD-4B54-94BF-5A3401FE2331}" type="datetimeFigureOut">
              <a:rPr lang="es-VE" smtClean="0"/>
              <a:t>12/8/2019</a:t>
            </a:fld>
            <a:endParaRPr lang="es-VE"/>
          </a:p>
        </p:txBody>
      </p:sp>
      <p:sp>
        <p:nvSpPr>
          <p:cNvPr id="4" name="Espaço Reservado para Rodapé 3"/>
          <p:cNvSpPr>
            <a:spLocks noGrp="1"/>
          </p:cNvSpPr>
          <p:nvPr>
            <p:ph type="ftr" sz="quarter" idx="11"/>
          </p:nvPr>
        </p:nvSpPr>
        <p:spPr/>
        <p:txBody>
          <a:bodyPr/>
          <a:lstStyle/>
          <a:p>
            <a:endParaRPr lang="es-VE"/>
          </a:p>
        </p:txBody>
      </p:sp>
      <p:sp>
        <p:nvSpPr>
          <p:cNvPr id="5" name="Espaço Reservado para Número de Slide 4"/>
          <p:cNvSpPr>
            <a:spLocks noGrp="1"/>
          </p:cNvSpPr>
          <p:nvPr>
            <p:ph type="sldNum" sz="quarter" idx="12"/>
          </p:nvPr>
        </p:nvSpPr>
        <p:spPr/>
        <p:txBody>
          <a:bodyPr/>
          <a:lstStyle/>
          <a:p>
            <a:fld id="{79A8088D-826B-4718-997C-9C0C9A1C2306}" type="slidenum">
              <a:rPr lang="es-VE" smtClean="0"/>
              <a:t>‹nº›</a:t>
            </a:fld>
            <a:endParaRPr lang="es-VE"/>
          </a:p>
        </p:txBody>
      </p:sp>
    </p:spTree>
    <p:extLst>
      <p:ext uri="{BB962C8B-B14F-4D97-AF65-F5344CB8AC3E}">
        <p14:creationId xmlns:p14="http://schemas.microsoft.com/office/powerpoint/2010/main" val="22694919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E62D8538-EECD-4B54-94BF-5A3401FE2331}" type="datetimeFigureOut">
              <a:rPr lang="es-VE" smtClean="0"/>
              <a:t>12/8/2019</a:t>
            </a:fld>
            <a:endParaRPr lang="es-VE"/>
          </a:p>
        </p:txBody>
      </p:sp>
      <p:sp>
        <p:nvSpPr>
          <p:cNvPr id="3" name="Espaço Reservado para Rodapé 2"/>
          <p:cNvSpPr>
            <a:spLocks noGrp="1"/>
          </p:cNvSpPr>
          <p:nvPr>
            <p:ph type="ftr" sz="quarter" idx="11"/>
          </p:nvPr>
        </p:nvSpPr>
        <p:spPr/>
        <p:txBody>
          <a:bodyPr/>
          <a:lstStyle/>
          <a:p>
            <a:endParaRPr lang="es-VE"/>
          </a:p>
        </p:txBody>
      </p:sp>
      <p:sp>
        <p:nvSpPr>
          <p:cNvPr id="4" name="Espaço Reservado para Número de Slide 3"/>
          <p:cNvSpPr>
            <a:spLocks noGrp="1"/>
          </p:cNvSpPr>
          <p:nvPr>
            <p:ph type="sldNum" sz="quarter" idx="12"/>
          </p:nvPr>
        </p:nvSpPr>
        <p:spPr/>
        <p:txBody>
          <a:bodyPr/>
          <a:lstStyle/>
          <a:p>
            <a:fld id="{79A8088D-826B-4718-997C-9C0C9A1C2306}" type="slidenum">
              <a:rPr lang="es-VE" smtClean="0"/>
              <a:t>‹nº›</a:t>
            </a:fld>
            <a:endParaRPr lang="es-VE"/>
          </a:p>
        </p:txBody>
      </p:sp>
    </p:spTree>
    <p:extLst>
      <p:ext uri="{BB962C8B-B14F-4D97-AF65-F5344CB8AC3E}">
        <p14:creationId xmlns:p14="http://schemas.microsoft.com/office/powerpoint/2010/main" val="17772568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smtClean="0"/>
              <a:t>Clique para editar o título mestre</a:t>
            </a:r>
            <a:endParaRPr lang="es-VE"/>
          </a:p>
        </p:txBody>
      </p:sp>
      <p:sp>
        <p:nvSpPr>
          <p:cNvPr id="3" name="Espaço Reservado para Conteú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s-VE"/>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smtClean="0"/>
              <a:t>Editar estilos de texto Mestre</a:t>
            </a:r>
          </a:p>
        </p:txBody>
      </p:sp>
      <p:sp>
        <p:nvSpPr>
          <p:cNvPr id="5" name="Espaço Reservado para Data 4"/>
          <p:cNvSpPr>
            <a:spLocks noGrp="1"/>
          </p:cNvSpPr>
          <p:nvPr>
            <p:ph type="dt" sz="half" idx="10"/>
          </p:nvPr>
        </p:nvSpPr>
        <p:spPr/>
        <p:txBody>
          <a:bodyPr/>
          <a:lstStyle/>
          <a:p>
            <a:fld id="{E62D8538-EECD-4B54-94BF-5A3401FE2331}" type="datetimeFigureOut">
              <a:rPr lang="es-VE" smtClean="0"/>
              <a:t>12/8/2019</a:t>
            </a:fld>
            <a:endParaRPr lang="es-VE"/>
          </a:p>
        </p:txBody>
      </p:sp>
      <p:sp>
        <p:nvSpPr>
          <p:cNvPr id="6" name="Espaço Reservado para Rodapé 5"/>
          <p:cNvSpPr>
            <a:spLocks noGrp="1"/>
          </p:cNvSpPr>
          <p:nvPr>
            <p:ph type="ftr" sz="quarter" idx="11"/>
          </p:nvPr>
        </p:nvSpPr>
        <p:spPr/>
        <p:txBody>
          <a:bodyPr/>
          <a:lstStyle/>
          <a:p>
            <a:endParaRPr lang="es-VE"/>
          </a:p>
        </p:txBody>
      </p:sp>
      <p:sp>
        <p:nvSpPr>
          <p:cNvPr id="7" name="Espaço Reservado para Número de Slide 6"/>
          <p:cNvSpPr>
            <a:spLocks noGrp="1"/>
          </p:cNvSpPr>
          <p:nvPr>
            <p:ph type="sldNum" sz="quarter" idx="12"/>
          </p:nvPr>
        </p:nvSpPr>
        <p:spPr/>
        <p:txBody>
          <a:bodyPr/>
          <a:lstStyle/>
          <a:p>
            <a:fld id="{79A8088D-826B-4718-997C-9C0C9A1C2306}" type="slidenum">
              <a:rPr lang="es-VE" smtClean="0"/>
              <a:t>‹nº›</a:t>
            </a:fld>
            <a:endParaRPr lang="es-VE"/>
          </a:p>
        </p:txBody>
      </p:sp>
    </p:spTree>
    <p:extLst>
      <p:ext uri="{BB962C8B-B14F-4D97-AF65-F5344CB8AC3E}">
        <p14:creationId xmlns:p14="http://schemas.microsoft.com/office/powerpoint/2010/main" val="22019179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smtClean="0"/>
              <a:t>Clique para editar o título mestre</a:t>
            </a:r>
            <a:endParaRPr lang="es-VE"/>
          </a:p>
        </p:txBody>
      </p:sp>
      <p:sp>
        <p:nvSpPr>
          <p:cNvPr id="3" name="Espaço Reservado para Imagem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VE"/>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smtClean="0"/>
              <a:t>Editar estilos de texto Mestre</a:t>
            </a:r>
          </a:p>
        </p:txBody>
      </p:sp>
      <p:sp>
        <p:nvSpPr>
          <p:cNvPr id="5" name="Espaço Reservado para Data 4"/>
          <p:cNvSpPr>
            <a:spLocks noGrp="1"/>
          </p:cNvSpPr>
          <p:nvPr>
            <p:ph type="dt" sz="half" idx="10"/>
          </p:nvPr>
        </p:nvSpPr>
        <p:spPr/>
        <p:txBody>
          <a:bodyPr/>
          <a:lstStyle/>
          <a:p>
            <a:fld id="{E62D8538-EECD-4B54-94BF-5A3401FE2331}" type="datetimeFigureOut">
              <a:rPr lang="es-VE" smtClean="0"/>
              <a:t>12/8/2019</a:t>
            </a:fld>
            <a:endParaRPr lang="es-VE"/>
          </a:p>
        </p:txBody>
      </p:sp>
      <p:sp>
        <p:nvSpPr>
          <p:cNvPr id="6" name="Espaço Reservado para Rodapé 5"/>
          <p:cNvSpPr>
            <a:spLocks noGrp="1"/>
          </p:cNvSpPr>
          <p:nvPr>
            <p:ph type="ftr" sz="quarter" idx="11"/>
          </p:nvPr>
        </p:nvSpPr>
        <p:spPr/>
        <p:txBody>
          <a:bodyPr/>
          <a:lstStyle/>
          <a:p>
            <a:endParaRPr lang="es-VE"/>
          </a:p>
        </p:txBody>
      </p:sp>
      <p:sp>
        <p:nvSpPr>
          <p:cNvPr id="7" name="Espaço Reservado para Número de Slide 6"/>
          <p:cNvSpPr>
            <a:spLocks noGrp="1"/>
          </p:cNvSpPr>
          <p:nvPr>
            <p:ph type="sldNum" sz="quarter" idx="12"/>
          </p:nvPr>
        </p:nvSpPr>
        <p:spPr/>
        <p:txBody>
          <a:bodyPr/>
          <a:lstStyle/>
          <a:p>
            <a:fld id="{79A8088D-826B-4718-997C-9C0C9A1C2306}" type="slidenum">
              <a:rPr lang="es-VE" smtClean="0"/>
              <a:t>‹nº›</a:t>
            </a:fld>
            <a:endParaRPr lang="es-VE"/>
          </a:p>
        </p:txBody>
      </p:sp>
    </p:spTree>
    <p:extLst>
      <p:ext uri="{BB962C8B-B14F-4D97-AF65-F5344CB8AC3E}">
        <p14:creationId xmlns:p14="http://schemas.microsoft.com/office/powerpoint/2010/main" val="2935303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es-VE"/>
          </a:p>
        </p:txBody>
      </p:sp>
      <p:sp>
        <p:nvSpPr>
          <p:cNvPr id="3" name="Espaço Reservado para Texto Vertical 2"/>
          <p:cNvSpPr>
            <a:spLocks noGrp="1"/>
          </p:cNvSpPr>
          <p:nvPr>
            <p:ph type="body" orient="vert" idx="1"/>
          </p:nvPr>
        </p:nvSpPr>
        <p:spPr/>
        <p:txBody>
          <a:bodyPr vert="eaVert"/>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s-VE"/>
          </a:p>
        </p:txBody>
      </p:sp>
      <p:sp>
        <p:nvSpPr>
          <p:cNvPr id="4" name="Espaço Reservado para Data 3"/>
          <p:cNvSpPr>
            <a:spLocks noGrp="1"/>
          </p:cNvSpPr>
          <p:nvPr>
            <p:ph type="dt" sz="half" idx="10"/>
          </p:nvPr>
        </p:nvSpPr>
        <p:spPr/>
        <p:txBody>
          <a:bodyPr/>
          <a:lstStyle/>
          <a:p>
            <a:fld id="{E62D8538-EECD-4B54-94BF-5A3401FE2331}" type="datetimeFigureOut">
              <a:rPr lang="es-VE" smtClean="0"/>
              <a:t>12/8/2019</a:t>
            </a:fld>
            <a:endParaRPr lang="es-VE"/>
          </a:p>
        </p:txBody>
      </p:sp>
      <p:sp>
        <p:nvSpPr>
          <p:cNvPr id="5" name="Espaço Reservado para Rodapé 4"/>
          <p:cNvSpPr>
            <a:spLocks noGrp="1"/>
          </p:cNvSpPr>
          <p:nvPr>
            <p:ph type="ftr" sz="quarter" idx="11"/>
          </p:nvPr>
        </p:nvSpPr>
        <p:spPr/>
        <p:txBody>
          <a:bodyPr/>
          <a:lstStyle/>
          <a:p>
            <a:endParaRPr lang="es-VE"/>
          </a:p>
        </p:txBody>
      </p:sp>
      <p:sp>
        <p:nvSpPr>
          <p:cNvPr id="6" name="Espaço Reservado para Número de Slide 5"/>
          <p:cNvSpPr>
            <a:spLocks noGrp="1"/>
          </p:cNvSpPr>
          <p:nvPr>
            <p:ph type="sldNum" sz="quarter" idx="12"/>
          </p:nvPr>
        </p:nvSpPr>
        <p:spPr/>
        <p:txBody>
          <a:bodyPr/>
          <a:lstStyle/>
          <a:p>
            <a:fld id="{79A8088D-826B-4718-997C-9C0C9A1C2306}" type="slidenum">
              <a:rPr lang="es-VE" smtClean="0"/>
              <a:t>‹nº›</a:t>
            </a:fld>
            <a:endParaRPr lang="es-VE"/>
          </a:p>
        </p:txBody>
      </p:sp>
    </p:spTree>
    <p:extLst>
      <p:ext uri="{BB962C8B-B14F-4D97-AF65-F5344CB8AC3E}">
        <p14:creationId xmlns:p14="http://schemas.microsoft.com/office/powerpoint/2010/main" val="3705804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pt-BR" smtClean="0"/>
              <a:t>Clique para editar o título mestre</a:t>
            </a:r>
            <a:endParaRPr lang="es-VE"/>
          </a:p>
        </p:txBody>
      </p:sp>
      <p:sp>
        <p:nvSpPr>
          <p:cNvPr id="3" name="Espaço Reservado para Texto Vertical 2"/>
          <p:cNvSpPr>
            <a:spLocks noGrp="1"/>
          </p:cNvSpPr>
          <p:nvPr>
            <p:ph type="body" orient="vert" idx="1"/>
          </p:nvPr>
        </p:nvSpPr>
        <p:spPr>
          <a:xfrm>
            <a:off x="838200" y="365125"/>
            <a:ext cx="7734300" cy="5811838"/>
          </a:xfrm>
        </p:spPr>
        <p:txBody>
          <a:bodyPr vert="eaVert"/>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s-VE"/>
          </a:p>
        </p:txBody>
      </p:sp>
      <p:sp>
        <p:nvSpPr>
          <p:cNvPr id="4" name="Espaço Reservado para Data 3"/>
          <p:cNvSpPr>
            <a:spLocks noGrp="1"/>
          </p:cNvSpPr>
          <p:nvPr>
            <p:ph type="dt" sz="half" idx="10"/>
          </p:nvPr>
        </p:nvSpPr>
        <p:spPr/>
        <p:txBody>
          <a:bodyPr/>
          <a:lstStyle/>
          <a:p>
            <a:fld id="{E62D8538-EECD-4B54-94BF-5A3401FE2331}" type="datetimeFigureOut">
              <a:rPr lang="es-VE" smtClean="0"/>
              <a:t>12/8/2019</a:t>
            </a:fld>
            <a:endParaRPr lang="es-VE"/>
          </a:p>
        </p:txBody>
      </p:sp>
      <p:sp>
        <p:nvSpPr>
          <p:cNvPr id="5" name="Espaço Reservado para Rodapé 4"/>
          <p:cNvSpPr>
            <a:spLocks noGrp="1"/>
          </p:cNvSpPr>
          <p:nvPr>
            <p:ph type="ftr" sz="quarter" idx="11"/>
          </p:nvPr>
        </p:nvSpPr>
        <p:spPr/>
        <p:txBody>
          <a:bodyPr/>
          <a:lstStyle/>
          <a:p>
            <a:endParaRPr lang="es-VE"/>
          </a:p>
        </p:txBody>
      </p:sp>
      <p:sp>
        <p:nvSpPr>
          <p:cNvPr id="6" name="Espaço Reservado para Número de Slide 5"/>
          <p:cNvSpPr>
            <a:spLocks noGrp="1"/>
          </p:cNvSpPr>
          <p:nvPr>
            <p:ph type="sldNum" sz="quarter" idx="12"/>
          </p:nvPr>
        </p:nvSpPr>
        <p:spPr/>
        <p:txBody>
          <a:bodyPr/>
          <a:lstStyle/>
          <a:p>
            <a:fld id="{79A8088D-826B-4718-997C-9C0C9A1C2306}" type="slidenum">
              <a:rPr lang="es-VE" smtClean="0"/>
              <a:t>‹nº›</a:t>
            </a:fld>
            <a:endParaRPr lang="es-VE"/>
          </a:p>
        </p:txBody>
      </p:sp>
    </p:spTree>
    <p:extLst>
      <p:ext uri="{BB962C8B-B14F-4D97-AF65-F5344CB8AC3E}">
        <p14:creationId xmlns:p14="http://schemas.microsoft.com/office/powerpoint/2010/main" val="10009228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smtClean="0"/>
              <a:t>Clique para editar o título mestre</a:t>
            </a:r>
            <a:endParaRPr lang="es-VE"/>
          </a:p>
        </p:txBody>
      </p:sp>
      <p:sp>
        <p:nvSpPr>
          <p:cNvPr id="3" name="Espaço Reservado para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smtClean="0"/>
              <a:t>Editar estilos de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es-VE"/>
          </a:p>
        </p:txBody>
      </p:sp>
      <p:sp>
        <p:nvSpPr>
          <p:cNvPr id="4" name="Espaço Reservado para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2D8538-EECD-4B54-94BF-5A3401FE2331}" type="datetimeFigureOut">
              <a:rPr lang="es-VE" smtClean="0"/>
              <a:t>12/8/2019</a:t>
            </a:fld>
            <a:endParaRPr lang="es-VE"/>
          </a:p>
        </p:txBody>
      </p:sp>
      <p:sp>
        <p:nvSpPr>
          <p:cNvPr id="5" name="Espaço Reservado para Rodapé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VE"/>
          </a:p>
        </p:txBody>
      </p:sp>
      <p:sp>
        <p:nvSpPr>
          <p:cNvPr id="6" name="Espaço Reservado para Número de Slid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A8088D-826B-4718-997C-9C0C9A1C2306}" type="slidenum">
              <a:rPr lang="es-VE" smtClean="0"/>
              <a:t>‹nº›</a:t>
            </a:fld>
            <a:endParaRPr lang="es-VE"/>
          </a:p>
        </p:txBody>
      </p:sp>
    </p:spTree>
    <p:extLst>
      <p:ext uri="{BB962C8B-B14F-4D97-AF65-F5344CB8AC3E}">
        <p14:creationId xmlns:p14="http://schemas.microsoft.com/office/powerpoint/2010/main" val="40728749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p:cNvSpPr txBox="1"/>
          <p:nvPr/>
        </p:nvSpPr>
        <p:spPr>
          <a:xfrm>
            <a:off x="1509487" y="841828"/>
            <a:ext cx="9245600" cy="646331"/>
          </a:xfrm>
          <a:prstGeom prst="rect">
            <a:avLst/>
          </a:prstGeom>
          <a:noFill/>
        </p:spPr>
        <p:txBody>
          <a:bodyPr wrap="square" rtlCol="0">
            <a:spAutoFit/>
          </a:bodyPr>
          <a:lstStyle/>
          <a:p>
            <a:pPr algn="ctr"/>
            <a:r>
              <a:rPr lang="es-VE" sz="3600" b="1" dirty="0" smtClean="0"/>
              <a:t>PROYECTO ESPERANZA</a:t>
            </a:r>
            <a:endParaRPr lang="es-VE" sz="3600" b="1" dirty="0"/>
          </a:p>
        </p:txBody>
      </p:sp>
      <p:pic>
        <p:nvPicPr>
          <p:cNvPr id="3" name="Imagem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65074" y="1662336"/>
            <a:ext cx="5334426" cy="4041783"/>
          </a:xfrm>
          <a:prstGeom prst="rect">
            <a:avLst/>
          </a:prstGeom>
        </p:spPr>
      </p:pic>
      <p:sp>
        <p:nvSpPr>
          <p:cNvPr id="5" name="CaixaDeTexto 4"/>
          <p:cNvSpPr txBox="1"/>
          <p:nvPr/>
        </p:nvSpPr>
        <p:spPr>
          <a:xfrm>
            <a:off x="1705430" y="5834745"/>
            <a:ext cx="9245600" cy="646331"/>
          </a:xfrm>
          <a:prstGeom prst="rect">
            <a:avLst/>
          </a:prstGeom>
          <a:noFill/>
        </p:spPr>
        <p:txBody>
          <a:bodyPr wrap="square" rtlCol="0">
            <a:spAutoFit/>
          </a:bodyPr>
          <a:lstStyle/>
          <a:p>
            <a:pPr algn="ctr"/>
            <a:r>
              <a:rPr lang="es-VE" sz="3600" b="1" dirty="0" smtClean="0"/>
              <a:t>PROPUESTA A LA VENEZUELA DECENTE</a:t>
            </a:r>
            <a:endParaRPr lang="es-VE" sz="3600" b="1" dirty="0"/>
          </a:p>
        </p:txBody>
      </p:sp>
    </p:spTree>
    <p:extLst>
      <p:ext uri="{BB962C8B-B14F-4D97-AF65-F5344CB8AC3E}">
        <p14:creationId xmlns:p14="http://schemas.microsoft.com/office/powerpoint/2010/main" val="3673311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p:cNvSpPr txBox="1"/>
          <p:nvPr/>
        </p:nvSpPr>
        <p:spPr>
          <a:xfrm>
            <a:off x="914400" y="870858"/>
            <a:ext cx="7387771" cy="5078313"/>
          </a:xfrm>
          <a:prstGeom prst="rect">
            <a:avLst/>
          </a:prstGeom>
          <a:noFill/>
        </p:spPr>
        <p:txBody>
          <a:bodyPr wrap="square" rtlCol="0">
            <a:spAutoFit/>
          </a:bodyPr>
          <a:lstStyle/>
          <a:p>
            <a:pPr>
              <a:lnSpc>
                <a:spcPct val="150000"/>
              </a:lnSpc>
            </a:pPr>
            <a:r>
              <a:rPr lang="es-ES" sz="3600" b="1" dirty="0" smtClean="0"/>
              <a:t>Este proyecto implica la creación de un Movimiento ciudadano de base filosófica y política republicana que tenga por objetivo la recuperación de la patria y la refundación de la república en Venezuela… </a:t>
            </a:r>
            <a:endParaRPr lang="es-VE" sz="3600" b="1" dirty="0"/>
          </a:p>
        </p:txBody>
      </p:sp>
    </p:spTree>
    <p:extLst>
      <p:ext uri="{BB962C8B-B14F-4D97-AF65-F5344CB8AC3E}">
        <p14:creationId xmlns:p14="http://schemas.microsoft.com/office/powerpoint/2010/main" val="34148703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p:cNvSpPr txBox="1"/>
          <p:nvPr/>
        </p:nvSpPr>
        <p:spPr>
          <a:xfrm>
            <a:off x="595087" y="0"/>
            <a:ext cx="6502399" cy="6740307"/>
          </a:xfrm>
          <a:prstGeom prst="rect">
            <a:avLst/>
          </a:prstGeom>
          <a:noFill/>
        </p:spPr>
        <p:txBody>
          <a:bodyPr wrap="square" rtlCol="0">
            <a:spAutoFit/>
          </a:bodyPr>
          <a:lstStyle/>
          <a:p>
            <a:pPr>
              <a:lnSpc>
                <a:spcPct val="150000"/>
              </a:lnSpc>
            </a:pPr>
            <a:r>
              <a:rPr lang="es-ES" sz="3600" b="1" dirty="0" smtClean="0"/>
              <a:t>a través de la herramienta constitucional contemplada en el capítulo III de la constitución de 1999 en sus artículos 350, 347, 348 y 349, en ese orden, que tienen como base esencial, la llamada Asamblea Nacional Constituyente (ANC)…</a:t>
            </a:r>
            <a:endParaRPr lang="es-VE" sz="3600" b="1" dirty="0"/>
          </a:p>
        </p:txBody>
      </p:sp>
    </p:spTree>
    <p:extLst>
      <p:ext uri="{BB962C8B-B14F-4D97-AF65-F5344CB8AC3E}">
        <p14:creationId xmlns:p14="http://schemas.microsoft.com/office/powerpoint/2010/main" val="33484069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p:cNvSpPr txBox="1"/>
          <p:nvPr/>
        </p:nvSpPr>
        <p:spPr>
          <a:xfrm>
            <a:off x="595087" y="0"/>
            <a:ext cx="7634513" cy="6740307"/>
          </a:xfrm>
          <a:prstGeom prst="rect">
            <a:avLst/>
          </a:prstGeom>
          <a:noFill/>
        </p:spPr>
        <p:txBody>
          <a:bodyPr wrap="square" rtlCol="0">
            <a:spAutoFit/>
          </a:bodyPr>
          <a:lstStyle/>
          <a:p>
            <a:pPr>
              <a:lnSpc>
                <a:spcPct val="150000"/>
              </a:lnSpc>
            </a:pPr>
            <a:r>
              <a:rPr lang="es-ES" sz="3600" b="1" dirty="0" smtClean="0"/>
              <a:t>La cual sería organizada y ejecutada por la sociedad civil venezolana y con el apoyo de los aliados nacionales e internacionales que apoyen este proyecto político, cívico y ciudadano que permita la salida a la actual caótica </a:t>
            </a:r>
            <a:r>
              <a:rPr lang="es-ES" sz="3600" b="1" dirty="0" err="1" smtClean="0"/>
              <a:t>stuaciõn</a:t>
            </a:r>
            <a:r>
              <a:rPr lang="es-ES" sz="3600" b="1" dirty="0" smtClean="0"/>
              <a:t> </a:t>
            </a:r>
            <a:r>
              <a:rPr lang="es-ES" sz="3600" b="1" dirty="0" err="1" smtClean="0"/>
              <a:t>enla</a:t>
            </a:r>
            <a:r>
              <a:rPr lang="es-ES" sz="3600" b="1" dirty="0" smtClean="0"/>
              <a:t> cual se encuentra el país y la sociedad…</a:t>
            </a:r>
            <a:endParaRPr lang="es-VE" sz="3600" b="1" dirty="0"/>
          </a:p>
        </p:txBody>
      </p:sp>
    </p:spTree>
    <p:extLst>
      <p:ext uri="{BB962C8B-B14F-4D97-AF65-F5344CB8AC3E}">
        <p14:creationId xmlns:p14="http://schemas.microsoft.com/office/powerpoint/2010/main" val="26597566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p:cNvSpPr txBox="1"/>
          <p:nvPr/>
        </p:nvSpPr>
        <p:spPr>
          <a:xfrm>
            <a:off x="595087" y="0"/>
            <a:ext cx="7634513" cy="6740307"/>
          </a:xfrm>
          <a:prstGeom prst="rect">
            <a:avLst/>
          </a:prstGeom>
          <a:noFill/>
        </p:spPr>
        <p:txBody>
          <a:bodyPr wrap="square" rtlCol="0">
            <a:spAutoFit/>
          </a:bodyPr>
          <a:lstStyle/>
          <a:p>
            <a:pPr>
              <a:lnSpc>
                <a:spcPct val="150000"/>
              </a:lnSpc>
            </a:pPr>
            <a:r>
              <a:rPr lang="es-ES" sz="3600" b="1" dirty="0" smtClean="0"/>
              <a:t>Consideramos que este proyecto viene a ser la mas seria propuesta hecha al pueblo venezolano, por una de sus partes, con la esperanza de que esta propuesta, sea la esperanza de todos los que aspiramos tener un país de primer mundo que dejar a las generaciones venideras… </a:t>
            </a:r>
            <a:endParaRPr lang="es-VE" sz="3600" b="1" dirty="0"/>
          </a:p>
        </p:txBody>
      </p:sp>
    </p:spTree>
    <p:extLst>
      <p:ext uri="{BB962C8B-B14F-4D97-AF65-F5344CB8AC3E}">
        <p14:creationId xmlns:p14="http://schemas.microsoft.com/office/powerpoint/2010/main" val="4630430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p:cNvSpPr txBox="1"/>
          <p:nvPr/>
        </p:nvSpPr>
        <p:spPr>
          <a:xfrm>
            <a:off x="595087" y="0"/>
            <a:ext cx="7634513" cy="6740307"/>
          </a:xfrm>
          <a:prstGeom prst="rect">
            <a:avLst/>
          </a:prstGeom>
          <a:noFill/>
        </p:spPr>
        <p:txBody>
          <a:bodyPr wrap="square" rtlCol="0">
            <a:spAutoFit/>
          </a:bodyPr>
          <a:lstStyle/>
          <a:p>
            <a:pPr>
              <a:lnSpc>
                <a:spcPct val="150000"/>
              </a:lnSpc>
            </a:pPr>
            <a:r>
              <a:rPr lang="es-ES" sz="3600" b="1" dirty="0" smtClean="0"/>
              <a:t>Es por esto que usamos el nombre de ESPERANZA, pues, consideramos que es nuestro derecho aspirar un país con esa cualidad y calidad, que es nuestra esperanza el hacerla realidad, con nuestro propio esfuerzo, como sociedad organizada y fiel respetuosa de nuestras tradiciones republicanas … </a:t>
            </a:r>
            <a:endParaRPr lang="es-VE" sz="3600" b="1" dirty="0"/>
          </a:p>
        </p:txBody>
      </p:sp>
    </p:spTree>
    <p:extLst>
      <p:ext uri="{BB962C8B-B14F-4D97-AF65-F5344CB8AC3E}">
        <p14:creationId xmlns:p14="http://schemas.microsoft.com/office/powerpoint/2010/main" val="32652868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p:cNvSpPr txBox="1"/>
          <p:nvPr/>
        </p:nvSpPr>
        <p:spPr>
          <a:xfrm>
            <a:off x="624116" y="449943"/>
            <a:ext cx="7634513" cy="5909310"/>
          </a:xfrm>
          <a:prstGeom prst="rect">
            <a:avLst/>
          </a:prstGeom>
          <a:noFill/>
        </p:spPr>
        <p:txBody>
          <a:bodyPr wrap="square" rtlCol="0">
            <a:spAutoFit/>
          </a:bodyPr>
          <a:lstStyle/>
          <a:p>
            <a:pPr>
              <a:lnSpc>
                <a:spcPct val="150000"/>
              </a:lnSpc>
            </a:pPr>
            <a:r>
              <a:rPr lang="es-ES" sz="3600" b="1" dirty="0" smtClean="0"/>
              <a:t>Recuperar nuestra patria es un deber esencial pues construirla con esa cualidad implica ser dueños de la soberanía, artífices de nuestro propio destino, beneficiarios de nuestras riquezas y del fruto de nuestros trabajos, desvelos y sacrificios…</a:t>
            </a:r>
            <a:endParaRPr lang="es-VE" sz="3600" b="1" dirty="0"/>
          </a:p>
        </p:txBody>
      </p:sp>
    </p:spTree>
    <p:extLst>
      <p:ext uri="{BB962C8B-B14F-4D97-AF65-F5344CB8AC3E}">
        <p14:creationId xmlns:p14="http://schemas.microsoft.com/office/powerpoint/2010/main" val="42674000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p:cNvSpPr txBox="1"/>
          <p:nvPr/>
        </p:nvSpPr>
        <p:spPr>
          <a:xfrm>
            <a:off x="609602" y="537028"/>
            <a:ext cx="8418284" cy="5909310"/>
          </a:xfrm>
          <a:prstGeom prst="rect">
            <a:avLst/>
          </a:prstGeom>
          <a:noFill/>
        </p:spPr>
        <p:txBody>
          <a:bodyPr wrap="square" rtlCol="0">
            <a:spAutoFit/>
          </a:bodyPr>
          <a:lstStyle/>
          <a:p>
            <a:pPr>
              <a:lnSpc>
                <a:spcPct val="150000"/>
              </a:lnSpc>
            </a:pPr>
            <a:r>
              <a:rPr lang="es-ES" sz="3600" b="1" dirty="0" smtClean="0"/>
              <a:t>Refundar la república en Venezuela es un deber complementario pues es la herencia de los fundadores de la patria y es el deber del patriota fiel a las tradiciones republicanas que han de ser vueltas a masificar, usar, vivir día a día, momento a momento, circunstancia a circunstancia…</a:t>
            </a:r>
            <a:endParaRPr lang="es-VE" sz="3600" b="1" dirty="0"/>
          </a:p>
        </p:txBody>
      </p:sp>
    </p:spTree>
    <p:extLst>
      <p:ext uri="{BB962C8B-B14F-4D97-AF65-F5344CB8AC3E}">
        <p14:creationId xmlns:p14="http://schemas.microsoft.com/office/powerpoint/2010/main" val="866330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p:cNvSpPr txBox="1"/>
          <p:nvPr/>
        </p:nvSpPr>
        <p:spPr>
          <a:xfrm>
            <a:off x="609602" y="537028"/>
            <a:ext cx="8926284" cy="5909310"/>
          </a:xfrm>
          <a:prstGeom prst="rect">
            <a:avLst/>
          </a:prstGeom>
          <a:noFill/>
        </p:spPr>
        <p:txBody>
          <a:bodyPr wrap="square" rtlCol="0">
            <a:spAutoFit/>
          </a:bodyPr>
          <a:lstStyle/>
          <a:p>
            <a:pPr>
              <a:lnSpc>
                <a:spcPct val="150000"/>
              </a:lnSpc>
            </a:pPr>
            <a:r>
              <a:rPr lang="es-ES" sz="3600" b="1" dirty="0" smtClean="0"/>
              <a:t>La única forma civilizada de refundar la república en Venezuela es a través de la herramienta republicana llamada Asamblea Nacional constituyente, que está contemplada en el artículo 347 de la constitución de 1999 y el artículo 350 que nos llama a la fidelidad del sistema republicano…</a:t>
            </a:r>
            <a:endParaRPr lang="es-VE" sz="3600" b="1" dirty="0"/>
          </a:p>
        </p:txBody>
      </p:sp>
    </p:spTree>
    <p:extLst>
      <p:ext uri="{BB962C8B-B14F-4D97-AF65-F5344CB8AC3E}">
        <p14:creationId xmlns:p14="http://schemas.microsoft.com/office/powerpoint/2010/main" val="31848731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p:cNvSpPr txBox="1"/>
          <p:nvPr/>
        </p:nvSpPr>
        <p:spPr>
          <a:xfrm>
            <a:off x="609602" y="537028"/>
            <a:ext cx="10885712" cy="5909310"/>
          </a:xfrm>
          <a:prstGeom prst="rect">
            <a:avLst/>
          </a:prstGeom>
          <a:noFill/>
        </p:spPr>
        <p:txBody>
          <a:bodyPr wrap="square" rtlCol="0">
            <a:spAutoFit/>
          </a:bodyPr>
          <a:lstStyle/>
          <a:p>
            <a:pPr>
              <a:lnSpc>
                <a:spcPct val="150000"/>
              </a:lnSpc>
            </a:pPr>
            <a:r>
              <a:rPr lang="es-ES" sz="3600" b="1" dirty="0" smtClean="0"/>
              <a:t>Una ANV, es una herramienta de uso ciudadano y cívico, contempla las cualidades básicas de convivencia y participación, pues incluye la convocatoria, la elección, la participación ciudadana como la participación de los Estados Federados de la República a través de representantes electos por el pueblo, no representa partidos, ni grupos étnicos, ni clases sociales…</a:t>
            </a:r>
            <a:endParaRPr lang="es-VE" sz="3600" b="1" dirty="0"/>
          </a:p>
        </p:txBody>
      </p:sp>
    </p:spTree>
    <p:extLst>
      <p:ext uri="{BB962C8B-B14F-4D97-AF65-F5344CB8AC3E}">
        <p14:creationId xmlns:p14="http://schemas.microsoft.com/office/powerpoint/2010/main" val="13649968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p:cNvSpPr txBox="1"/>
          <p:nvPr/>
        </p:nvSpPr>
        <p:spPr>
          <a:xfrm>
            <a:off x="609602" y="537028"/>
            <a:ext cx="9681027" cy="5909310"/>
          </a:xfrm>
          <a:prstGeom prst="rect">
            <a:avLst/>
          </a:prstGeom>
          <a:noFill/>
        </p:spPr>
        <p:txBody>
          <a:bodyPr wrap="square" rtlCol="0">
            <a:spAutoFit/>
          </a:bodyPr>
          <a:lstStyle/>
          <a:p>
            <a:pPr>
              <a:lnSpc>
                <a:spcPct val="150000"/>
              </a:lnSpc>
            </a:pPr>
            <a:r>
              <a:rPr lang="es-ES" sz="3600" b="1" dirty="0" smtClean="0"/>
              <a:t>Su razón de ser es rehacer el Estado, una Constitución y el cuerpo de leyes, por lo tanto, es en esencia un proceso que permite que una república sea fundada, refundada o reconstruida, en nuestro caso, se estaría refundando el sistema republicano ya que el mismo ha sido deformado y sustituido por ideologías políticas particulares…</a:t>
            </a:r>
            <a:endParaRPr lang="es-VE" sz="3600" b="1" dirty="0"/>
          </a:p>
        </p:txBody>
      </p:sp>
    </p:spTree>
    <p:extLst>
      <p:ext uri="{BB962C8B-B14F-4D97-AF65-F5344CB8AC3E}">
        <p14:creationId xmlns:p14="http://schemas.microsoft.com/office/powerpoint/2010/main" val="8514227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p:cNvSpPr txBox="1"/>
          <p:nvPr/>
        </p:nvSpPr>
        <p:spPr>
          <a:xfrm>
            <a:off x="609602" y="537028"/>
            <a:ext cx="9681027" cy="5909310"/>
          </a:xfrm>
          <a:prstGeom prst="rect">
            <a:avLst/>
          </a:prstGeom>
          <a:noFill/>
        </p:spPr>
        <p:txBody>
          <a:bodyPr wrap="square" rtlCol="0">
            <a:spAutoFit/>
          </a:bodyPr>
          <a:lstStyle/>
          <a:p>
            <a:pPr>
              <a:lnSpc>
                <a:spcPct val="150000"/>
              </a:lnSpc>
            </a:pPr>
            <a:r>
              <a:rPr lang="es-ES" sz="3600" b="1" dirty="0" smtClean="0"/>
              <a:t>Entonces, los lógico, sensato y correcto es que el Estado que ha de ser reconstruido, debe ser completamente republicano, es decir, ha de contemplar las bases esenciales de dicho sistema que son la libertad, la igualdad, el respeto, la propiedad y la seguridad, en todos sus poderes y cualidades filosóficas y políticas…</a:t>
            </a:r>
            <a:endParaRPr lang="es-VE" sz="3600" b="1" dirty="0"/>
          </a:p>
        </p:txBody>
      </p:sp>
    </p:spTree>
    <p:extLst>
      <p:ext uri="{BB962C8B-B14F-4D97-AF65-F5344CB8AC3E}">
        <p14:creationId xmlns:p14="http://schemas.microsoft.com/office/powerpoint/2010/main" val="18007759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p:cNvSpPr txBox="1"/>
          <p:nvPr/>
        </p:nvSpPr>
        <p:spPr>
          <a:xfrm>
            <a:off x="624116" y="449942"/>
            <a:ext cx="10406741" cy="5909310"/>
          </a:xfrm>
          <a:prstGeom prst="rect">
            <a:avLst/>
          </a:prstGeom>
          <a:noFill/>
        </p:spPr>
        <p:txBody>
          <a:bodyPr wrap="square" rtlCol="0">
            <a:spAutoFit/>
          </a:bodyPr>
          <a:lstStyle/>
          <a:p>
            <a:pPr>
              <a:lnSpc>
                <a:spcPct val="150000"/>
              </a:lnSpc>
            </a:pPr>
            <a:r>
              <a:rPr lang="es-ES" sz="3600" b="1" dirty="0" smtClean="0"/>
              <a:t>Este Estado ha de ser un ente al servicio del ciudadano, su dimensión ha de estar acorde a esos principios indicados, ha de permitir al ciudadano ser libre en los económico, lo social, lo moral, lo cívico, sin confundir libertad con libertinaje; ha de dar igualdad de condiciones a los ciudadanos al no permitir privilegios ni privilegiados ante la ley…</a:t>
            </a:r>
            <a:endParaRPr lang="es-VE" sz="3600" b="1" dirty="0"/>
          </a:p>
        </p:txBody>
      </p:sp>
    </p:spTree>
    <p:extLst>
      <p:ext uri="{BB962C8B-B14F-4D97-AF65-F5344CB8AC3E}">
        <p14:creationId xmlns:p14="http://schemas.microsoft.com/office/powerpoint/2010/main" val="27103951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p:cNvSpPr txBox="1"/>
          <p:nvPr/>
        </p:nvSpPr>
        <p:spPr>
          <a:xfrm>
            <a:off x="566059" y="449942"/>
            <a:ext cx="11117941" cy="5909310"/>
          </a:xfrm>
          <a:prstGeom prst="rect">
            <a:avLst/>
          </a:prstGeom>
          <a:noFill/>
        </p:spPr>
        <p:txBody>
          <a:bodyPr wrap="square" rtlCol="0">
            <a:spAutoFit/>
          </a:bodyPr>
          <a:lstStyle/>
          <a:p>
            <a:pPr>
              <a:lnSpc>
                <a:spcPct val="150000"/>
              </a:lnSpc>
            </a:pPr>
            <a:r>
              <a:rPr lang="es-ES" sz="3600" b="1" dirty="0" smtClean="0"/>
              <a:t>Ha de basarse en un sistema de respeto mutuo de los unos hacia los otros, del ciudadano hacia la ley y de la ley hacia el ciudadano, del estado hacia el ciudadano y del ciudadano hacia el Estado; ha de contemplar el sistema de deberes y derechos en especial hacia la propiedad y la seguridad pues todos tenemos el derecho nacional a la propiedad y la personal y colectiva por igual…</a:t>
            </a:r>
            <a:endParaRPr lang="es-VE" sz="3600" b="1" dirty="0"/>
          </a:p>
        </p:txBody>
      </p:sp>
    </p:spTree>
    <p:extLst>
      <p:ext uri="{BB962C8B-B14F-4D97-AF65-F5344CB8AC3E}">
        <p14:creationId xmlns:p14="http://schemas.microsoft.com/office/powerpoint/2010/main" val="14840151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p:cNvSpPr txBox="1"/>
          <p:nvPr/>
        </p:nvSpPr>
        <p:spPr>
          <a:xfrm>
            <a:off x="566059" y="0"/>
            <a:ext cx="11335655" cy="6740307"/>
          </a:xfrm>
          <a:prstGeom prst="rect">
            <a:avLst/>
          </a:prstGeom>
          <a:noFill/>
        </p:spPr>
        <p:txBody>
          <a:bodyPr wrap="square" rtlCol="0">
            <a:spAutoFit/>
          </a:bodyPr>
          <a:lstStyle/>
          <a:p>
            <a:pPr>
              <a:lnSpc>
                <a:spcPct val="150000"/>
              </a:lnSpc>
            </a:pPr>
            <a:r>
              <a:rPr lang="es-ES" sz="3600" b="1" dirty="0" smtClean="0"/>
              <a:t>En cuanto a la constitución que ha de ser hecha, como lo contempla el artículo 347, es justo tomar en cuenta que la Constitución de 1811, creada por los fundadores de Venezuela en el primer Congreso de diciembre de 1811, se contempló que la misma no sería derogada sino que se permitía ser enmendada y al no haber sido derogada nunca, pues la siguiente, la de Angostura, en 1819 es mas de</a:t>
            </a:r>
            <a:r>
              <a:rPr lang="pt-BR" sz="3600" b="1" dirty="0" smtClean="0"/>
              <a:t> cara a </a:t>
            </a:r>
            <a:r>
              <a:rPr lang="pt-BR" sz="3600" b="1" dirty="0" err="1" smtClean="0"/>
              <a:t>la</a:t>
            </a:r>
            <a:r>
              <a:rPr lang="pt-BR" sz="3600" b="1" dirty="0" smtClean="0"/>
              <a:t> </a:t>
            </a:r>
            <a:r>
              <a:rPr lang="pt-BR" sz="3600" b="1" dirty="0" err="1" smtClean="0"/>
              <a:t>Gran</a:t>
            </a:r>
            <a:r>
              <a:rPr lang="pt-BR" sz="3600" b="1" dirty="0" smtClean="0"/>
              <a:t> </a:t>
            </a:r>
            <a:r>
              <a:rPr lang="pt-BR" sz="3600" b="1" dirty="0" err="1" smtClean="0"/>
              <a:t>Colombia</a:t>
            </a:r>
            <a:r>
              <a:rPr lang="pt-BR" sz="3600" b="1" dirty="0" smtClean="0"/>
              <a:t> que a Venezuela...</a:t>
            </a:r>
            <a:endParaRPr lang="es-VE" sz="3600" b="1" dirty="0"/>
          </a:p>
        </p:txBody>
      </p:sp>
    </p:spTree>
    <p:extLst>
      <p:ext uri="{BB962C8B-B14F-4D97-AF65-F5344CB8AC3E}">
        <p14:creationId xmlns:p14="http://schemas.microsoft.com/office/powerpoint/2010/main" val="41805778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p:cNvSpPr txBox="1"/>
          <p:nvPr/>
        </p:nvSpPr>
        <p:spPr>
          <a:xfrm>
            <a:off x="566059" y="0"/>
            <a:ext cx="11335655" cy="6740307"/>
          </a:xfrm>
          <a:prstGeom prst="rect">
            <a:avLst/>
          </a:prstGeom>
          <a:noFill/>
        </p:spPr>
        <p:txBody>
          <a:bodyPr wrap="square" rtlCol="0">
            <a:spAutoFit/>
          </a:bodyPr>
          <a:lstStyle/>
          <a:p>
            <a:pPr>
              <a:lnSpc>
                <a:spcPct val="150000"/>
              </a:lnSpc>
            </a:pPr>
            <a:r>
              <a:rPr lang="pt-BR" sz="3600" b="1" dirty="0" smtClean="0"/>
              <a:t>Y por ser </a:t>
            </a:r>
            <a:r>
              <a:rPr lang="pt-BR" sz="3600" b="1" dirty="0" err="1" smtClean="0"/>
              <a:t>la</a:t>
            </a:r>
            <a:r>
              <a:rPr lang="pt-BR" sz="3600" b="1" dirty="0" smtClean="0"/>
              <a:t> mas republicana </a:t>
            </a:r>
            <a:r>
              <a:rPr lang="pt-BR" sz="3600" b="1" dirty="0" err="1" smtClean="0"/>
              <a:t>hecha</a:t>
            </a:r>
            <a:r>
              <a:rPr lang="pt-BR" sz="3600" b="1" dirty="0" smtClean="0"/>
              <a:t> hasta </a:t>
            </a:r>
            <a:r>
              <a:rPr lang="pt-BR" sz="3600" b="1" dirty="0" err="1" smtClean="0"/>
              <a:t>ahora</a:t>
            </a:r>
            <a:r>
              <a:rPr lang="pt-BR" sz="3600" b="1" dirty="0" smtClean="0"/>
              <a:t> em Venezuela, </a:t>
            </a:r>
            <a:r>
              <a:rPr lang="pt-BR" sz="3600" b="1" dirty="0" err="1" smtClean="0"/>
              <a:t>así</a:t>
            </a:r>
            <a:r>
              <a:rPr lang="pt-BR" sz="3600" b="1" dirty="0" smtClean="0"/>
              <a:t> como de </a:t>
            </a:r>
            <a:r>
              <a:rPr lang="pt-BR" sz="3600" b="1" dirty="0" err="1" smtClean="0"/>
              <a:t>contener</a:t>
            </a:r>
            <a:r>
              <a:rPr lang="pt-BR" sz="3600" b="1" dirty="0" smtClean="0"/>
              <a:t> uma serie de artículos donde </a:t>
            </a:r>
            <a:r>
              <a:rPr lang="pt-BR" sz="3600" b="1" dirty="0" err="1" smtClean="0"/>
              <a:t>los</a:t>
            </a:r>
            <a:r>
              <a:rPr lang="pt-BR" sz="3600" b="1" dirty="0" smtClean="0"/>
              <a:t> </a:t>
            </a:r>
            <a:r>
              <a:rPr lang="pt-BR" sz="3600" b="1" dirty="0" err="1" smtClean="0"/>
              <a:t>derechos</a:t>
            </a:r>
            <a:r>
              <a:rPr lang="pt-BR" sz="3600" b="1" dirty="0" smtClean="0"/>
              <a:t> </a:t>
            </a:r>
            <a:r>
              <a:rPr lang="pt-BR" sz="3600" b="1" dirty="0" err="1" smtClean="0"/>
              <a:t>del</a:t>
            </a:r>
            <a:r>
              <a:rPr lang="pt-BR" sz="3600" b="1" dirty="0" smtClean="0"/>
              <a:t> </a:t>
            </a:r>
            <a:r>
              <a:rPr lang="pt-BR" sz="3600" b="1" dirty="0" err="1" smtClean="0"/>
              <a:t>ciudadano</a:t>
            </a:r>
            <a:r>
              <a:rPr lang="pt-BR" sz="3600" b="1" dirty="0" smtClean="0"/>
              <a:t> </a:t>
            </a:r>
            <a:r>
              <a:rPr lang="pt-BR" sz="3600" b="1" dirty="0" err="1" smtClean="0"/>
              <a:t>son</a:t>
            </a:r>
            <a:r>
              <a:rPr lang="pt-BR" sz="3600" b="1" dirty="0" smtClean="0"/>
              <a:t> </a:t>
            </a:r>
            <a:r>
              <a:rPr lang="pt-BR" sz="3600" b="1" dirty="0" err="1" smtClean="0"/>
              <a:t>respetados</a:t>
            </a:r>
            <a:r>
              <a:rPr lang="pt-BR" sz="3600" b="1" dirty="0" smtClean="0"/>
              <a:t>, </a:t>
            </a:r>
            <a:r>
              <a:rPr lang="pt-BR" sz="3600" b="1" dirty="0" err="1" smtClean="0"/>
              <a:t>el</a:t>
            </a:r>
            <a:r>
              <a:rPr lang="pt-BR" sz="3600" b="1" dirty="0" smtClean="0"/>
              <a:t> sentido </a:t>
            </a:r>
            <a:r>
              <a:rPr lang="pt-BR" sz="3600" b="1" dirty="0" err="1" smtClean="0"/>
              <a:t>del</a:t>
            </a:r>
            <a:r>
              <a:rPr lang="pt-BR" sz="3600" b="1" dirty="0" smtClean="0"/>
              <a:t> Estado es </a:t>
            </a:r>
            <a:r>
              <a:rPr lang="pt-BR" sz="3600" b="1" dirty="0" err="1" smtClean="0"/>
              <a:t>el</a:t>
            </a:r>
            <a:r>
              <a:rPr lang="pt-BR" sz="3600" b="1" dirty="0" smtClean="0"/>
              <a:t> mas </a:t>
            </a:r>
            <a:r>
              <a:rPr lang="pt-BR" sz="3600" b="1" dirty="0" err="1" smtClean="0"/>
              <a:t>correcto</a:t>
            </a:r>
            <a:r>
              <a:rPr lang="pt-BR" sz="3600" b="1" dirty="0" smtClean="0"/>
              <a:t>, y </a:t>
            </a:r>
            <a:r>
              <a:rPr lang="pt-BR" sz="3600" b="1" dirty="0" err="1" smtClean="0"/>
              <a:t>los</a:t>
            </a:r>
            <a:r>
              <a:rPr lang="pt-BR" sz="3600" b="1" dirty="0" smtClean="0"/>
              <a:t> </a:t>
            </a:r>
            <a:r>
              <a:rPr lang="pt-BR" sz="3600" b="1" dirty="0" err="1" smtClean="0"/>
              <a:t>deberes</a:t>
            </a:r>
            <a:r>
              <a:rPr lang="pt-BR" sz="3600" b="1" dirty="0" smtClean="0"/>
              <a:t> y </a:t>
            </a:r>
            <a:r>
              <a:rPr lang="pt-BR" sz="3600" b="1" dirty="0" err="1" smtClean="0"/>
              <a:t>derechos</a:t>
            </a:r>
            <a:r>
              <a:rPr lang="pt-BR" sz="3600" b="1" dirty="0" smtClean="0"/>
              <a:t> </a:t>
            </a:r>
            <a:r>
              <a:rPr lang="pt-BR" sz="3600" b="1" dirty="0" err="1" smtClean="0"/>
              <a:t>son</a:t>
            </a:r>
            <a:r>
              <a:rPr lang="pt-BR" sz="3600" b="1" dirty="0" smtClean="0"/>
              <a:t> mas justos y acordes al </a:t>
            </a:r>
            <a:r>
              <a:rPr lang="pt-BR" sz="3600" b="1" dirty="0" err="1" smtClean="0"/>
              <a:t>deber</a:t>
            </a:r>
            <a:r>
              <a:rPr lang="pt-BR" sz="3600" b="1" dirty="0" smtClean="0"/>
              <a:t> ser de </a:t>
            </a:r>
            <a:r>
              <a:rPr lang="pt-BR" sz="3600" b="1" dirty="0" err="1" smtClean="0"/>
              <a:t>la</a:t>
            </a:r>
            <a:r>
              <a:rPr lang="pt-BR" sz="3600" b="1" dirty="0" smtClean="0"/>
              <a:t> filosofia republicana, esta ANC </a:t>
            </a:r>
            <a:r>
              <a:rPr lang="pt-BR" sz="3600" b="1" dirty="0" err="1" smtClean="0"/>
              <a:t>actualizaría</a:t>
            </a:r>
            <a:r>
              <a:rPr lang="pt-BR" sz="3600" b="1" dirty="0" smtClean="0"/>
              <a:t> </a:t>
            </a:r>
            <a:r>
              <a:rPr lang="pt-BR" sz="3600" b="1" dirty="0" err="1" smtClean="0"/>
              <a:t>la</a:t>
            </a:r>
            <a:r>
              <a:rPr lang="pt-BR" sz="3600" b="1" dirty="0" smtClean="0"/>
              <a:t> </a:t>
            </a:r>
            <a:r>
              <a:rPr lang="pt-BR" sz="3600" b="1" dirty="0" err="1" smtClean="0"/>
              <a:t>constitución</a:t>
            </a:r>
            <a:r>
              <a:rPr lang="pt-BR" sz="3600" b="1" dirty="0" smtClean="0"/>
              <a:t> de 1811 para </a:t>
            </a:r>
            <a:r>
              <a:rPr lang="pt-BR" sz="3600" b="1" dirty="0" err="1" smtClean="0"/>
              <a:t>así</a:t>
            </a:r>
            <a:r>
              <a:rPr lang="pt-BR" sz="3600" b="1" dirty="0" smtClean="0"/>
              <a:t>, </a:t>
            </a:r>
            <a:r>
              <a:rPr lang="pt-BR" sz="3600" b="1" dirty="0" err="1" smtClean="0"/>
              <a:t>respetar</a:t>
            </a:r>
            <a:r>
              <a:rPr lang="pt-BR" sz="3600" b="1" dirty="0" smtClean="0"/>
              <a:t> </a:t>
            </a:r>
            <a:r>
              <a:rPr lang="pt-BR" sz="3600" b="1" dirty="0" err="1" smtClean="0"/>
              <a:t>lo</a:t>
            </a:r>
            <a:r>
              <a:rPr lang="pt-BR" sz="3600" b="1" dirty="0" smtClean="0"/>
              <a:t> contemplado em </a:t>
            </a:r>
            <a:r>
              <a:rPr lang="pt-BR" sz="3600" b="1" dirty="0" err="1" smtClean="0"/>
              <a:t>ella</a:t>
            </a:r>
            <a:r>
              <a:rPr lang="pt-BR" sz="3600" b="1" dirty="0" smtClean="0"/>
              <a:t> y </a:t>
            </a:r>
            <a:r>
              <a:rPr lang="pt-BR" sz="3600" b="1" dirty="0" err="1" smtClean="0"/>
              <a:t>ajustarse</a:t>
            </a:r>
            <a:r>
              <a:rPr lang="pt-BR" sz="3600" b="1" dirty="0" smtClean="0"/>
              <a:t> a </a:t>
            </a:r>
            <a:r>
              <a:rPr lang="pt-BR" sz="3600" b="1" dirty="0" err="1" smtClean="0"/>
              <a:t>los</a:t>
            </a:r>
            <a:r>
              <a:rPr lang="pt-BR" sz="3600" b="1" dirty="0" smtClean="0"/>
              <a:t> </a:t>
            </a:r>
            <a:r>
              <a:rPr lang="pt-BR" sz="3600" b="1" dirty="0" err="1" smtClean="0"/>
              <a:t>nuevos</a:t>
            </a:r>
            <a:r>
              <a:rPr lang="pt-BR" sz="3600" b="1" smtClean="0"/>
              <a:t> tempo...</a:t>
            </a:r>
            <a:endParaRPr lang="es-VE" sz="3600" b="1" dirty="0"/>
          </a:p>
        </p:txBody>
      </p:sp>
    </p:spTree>
    <p:extLst>
      <p:ext uri="{BB962C8B-B14F-4D97-AF65-F5344CB8AC3E}">
        <p14:creationId xmlns:p14="http://schemas.microsoft.com/office/powerpoint/2010/main" val="42558275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p:cNvSpPr txBox="1"/>
          <p:nvPr/>
        </p:nvSpPr>
        <p:spPr>
          <a:xfrm>
            <a:off x="566059" y="537029"/>
            <a:ext cx="7257141" cy="5909310"/>
          </a:xfrm>
          <a:prstGeom prst="rect">
            <a:avLst/>
          </a:prstGeom>
          <a:noFill/>
        </p:spPr>
        <p:txBody>
          <a:bodyPr wrap="square" rtlCol="0">
            <a:spAutoFit/>
          </a:bodyPr>
          <a:lstStyle/>
          <a:p>
            <a:pPr>
              <a:lnSpc>
                <a:spcPct val="150000"/>
              </a:lnSpc>
            </a:pPr>
            <a:r>
              <a:rPr lang="es-VE" sz="3600" b="1" dirty="0" smtClean="0"/>
              <a:t>Entonces el Proyecto Esperanza es:</a:t>
            </a:r>
          </a:p>
          <a:p>
            <a:pPr>
              <a:lnSpc>
                <a:spcPct val="150000"/>
              </a:lnSpc>
            </a:pPr>
            <a:r>
              <a:rPr lang="es-VE" sz="3600" b="1" dirty="0" smtClean="0"/>
              <a:t>Crear un Movimiento de base republicana que tendrá por objetivo recuperar la patria y refundar la república en Venezuela a través de una ANC organizada y ejecutada por la sociedad civil venezolana…</a:t>
            </a:r>
            <a:endParaRPr lang="es-VE" sz="3600" b="1" dirty="0"/>
          </a:p>
        </p:txBody>
      </p:sp>
    </p:spTree>
    <p:extLst>
      <p:ext uri="{BB962C8B-B14F-4D97-AF65-F5344CB8AC3E}">
        <p14:creationId xmlns:p14="http://schemas.microsoft.com/office/powerpoint/2010/main" val="36907069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p:cNvSpPr txBox="1"/>
          <p:nvPr/>
        </p:nvSpPr>
        <p:spPr>
          <a:xfrm>
            <a:off x="566059" y="537029"/>
            <a:ext cx="7257141" cy="5909310"/>
          </a:xfrm>
          <a:prstGeom prst="rect">
            <a:avLst/>
          </a:prstGeom>
          <a:noFill/>
        </p:spPr>
        <p:txBody>
          <a:bodyPr wrap="square" rtlCol="0">
            <a:spAutoFit/>
          </a:bodyPr>
          <a:lstStyle/>
          <a:p>
            <a:pPr>
              <a:lnSpc>
                <a:spcPct val="150000"/>
              </a:lnSpc>
            </a:pPr>
            <a:r>
              <a:rPr lang="es-VE" sz="3600" b="1" dirty="0" smtClean="0"/>
              <a:t>Entonces el Proyecto Esperanza es:</a:t>
            </a:r>
          </a:p>
          <a:p>
            <a:pPr>
              <a:lnSpc>
                <a:spcPct val="150000"/>
              </a:lnSpc>
            </a:pPr>
            <a:r>
              <a:rPr lang="es-VE" sz="3600" b="1" dirty="0" smtClean="0"/>
              <a:t>Crear un Movimiento de base republicana que tendrá por objetivo recuperar la patria y refundar la república en Venezuela a través de una ANC organizada y ejecutada por la sociedad civil venezolana…</a:t>
            </a:r>
            <a:endParaRPr lang="es-VE" sz="3600" b="1" dirty="0"/>
          </a:p>
        </p:txBody>
      </p:sp>
    </p:spTree>
    <p:extLst>
      <p:ext uri="{BB962C8B-B14F-4D97-AF65-F5344CB8AC3E}">
        <p14:creationId xmlns:p14="http://schemas.microsoft.com/office/powerpoint/2010/main" val="12428272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p:cNvSpPr txBox="1"/>
          <p:nvPr/>
        </p:nvSpPr>
        <p:spPr>
          <a:xfrm>
            <a:off x="566059" y="537029"/>
            <a:ext cx="7257141" cy="5909310"/>
          </a:xfrm>
          <a:prstGeom prst="rect">
            <a:avLst/>
          </a:prstGeom>
          <a:noFill/>
        </p:spPr>
        <p:txBody>
          <a:bodyPr wrap="square" rtlCol="0">
            <a:spAutoFit/>
          </a:bodyPr>
          <a:lstStyle/>
          <a:p>
            <a:pPr>
              <a:lnSpc>
                <a:spcPct val="150000"/>
              </a:lnSpc>
            </a:pPr>
            <a:r>
              <a:rPr lang="es-VE" sz="3600" b="1" dirty="0" smtClean="0"/>
              <a:t>Para ellos creará un Club de carácter social, cultural, moral, deportivo, artístico, etc., para insertarnos en la sociedad de manera discreta y proceder a organizarlos para los eventos relacionados con la ANC, como la convocatoria al menos…</a:t>
            </a:r>
            <a:endParaRPr lang="es-VE" sz="3600" b="1" dirty="0"/>
          </a:p>
        </p:txBody>
      </p:sp>
    </p:spTree>
    <p:extLst>
      <p:ext uri="{BB962C8B-B14F-4D97-AF65-F5344CB8AC3E}">
        <p14:creationId xmlns:p14="http://schemas.microsoft.com/office/powerpoint/2010/main" val="18443760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aixaDeTexto 3"/>
          <p:cNvSpPr txBox="1"/>
          <p:nvPr/>
        </p:nvSpPr>
        <p:spPr>
          <a:xfrm>
            <a:off x="566059" y="537029"/>
            <a:ext cx="7257141" cy="837473"/>
          </a:xfrm>
          <a:prstGeom prst="rect">
            <a:avLst/>
          </a:prstGeom>
          <a:noFill/>
        </p:spPr>
        <p:txBody>
          <a:bodyPr wrap="square" rtlCol="0">
            <a:spAutoFit/>
          </a:bodyPr>
          <a:lstStyle/>
          <a:p>
            <a:pPr>
              <a:lnSpc>
                <a:spcPct val="150000"/>
              </a:lnSpc>
            </a:pPr>
            <a:r>
              <a:rPr lang="es-VE" sz="3600" b="1" dirty="0" smtClean="0"/>
              <a:t>…</a:t>
            </a:r>
            <a:endParaRPr lang="es-VE" sz="3600" b="1" dirty="0"/>
          </a:p>
        </p:txBody>
      </p:sp>
      <p:pic>
        <p:nvPicPr>
          <p:cNvPr id="2" name="Imagem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61325" y="0"/>
            <a:ext cx="4943636" cy="6858000"/>
          </a:xfrm>
          <a:prstGeom prst="rect">
            <a:avLst/>
          </a:prstGeom>
        </p:spPr>
      </p:pic>
    </p:spTree>
    <p:extLst>
      <p:ext uri="{BB962C8B-B14F-4D97-AF65-F5344CB8AC3E}">
        <p14:creationId xmlns:p14="http://schemas.microsoft.com/office/powerpoint/2010/main" val="1503741043"/>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416</TotalTime>
  <Words>995</Words>
  <Application>Microsoft Office PowerPoint</Application>
  <PresentationFormat>Widescreen</PresentationFormat>
  <Paragraphs>23</Paragraphs>
  <Slides>20</Slides>
  <Notes>0</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20</vt:i4>
      </vt:variant>
    </vt:vector>
  </HeadingPairs>
  <TitlesOfParts>
    <vt:vector size="24" baseType="lpstr">
      <vt:lpstr>Arial</vt:lpstr>
      <vt:lpstr>Calibri</vt:lpstr>
      <vt:lpstr>Calibri Light</vt: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Usuário do Windows</dc:creator>
  <cp:lastModifiedBy>Usuário do Windows</cp:lastModifiedBy>
  <cp:revision>13</cp:revision>
  <dcterms:created xsi:type="dcterms:W3CDTF">2019-08-12T11:40:45Z</dcterms:created>
  <dcterms:modified xsi:type="dcterms:W3CDTF">2019-08-12T19:01:33Z</dcterms:modified>
</cp:coreProperties>
</file>