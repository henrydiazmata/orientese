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1" r:id="rId4"/>
    <p:sldId id="268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3" r:id="rId14"/>
    <p:sldId id="267" r:id="rId15"/>
    <p:sldId id="277" r:id="rId16"/>
    <p:sldId id="278" r:id="rId17"/>
    <p:sldId id="274" r:id="rId18"/>
    <p:sldId id="275" r:id="rId19"/>
    <p:sldId id="276" r:id="rId20"/>
    <p:sldId id="272" r:id="rId21"/>
    <p:sldId id="256" r:id="rId22"/>
    <p:sldId id="260" r:id="rId23"/>
    <p:sldId id="270" r:id="rId2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03747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906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302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146047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3782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13295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5736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94519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900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24243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1C96-851C-4CD8-A09D-6D9881B1830F}" type="datetimeFigureOut">
              <a:rPr lang="es-VE" smtClean="0"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5E1E-B489-4AD6-8051-F8479892CCA8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23795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Editar estilos de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es-VE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cophilSans" panose="02000603040000020004" pitchFamily="2" charset="0"/>
              </a:defRPr>
            </a:lvl1pPr>
          </a:lstStyle>
          <a:p>
            <a:fld id="{B6461C96-851C-4CD8-A09D-6D9881B1830F}" type="datetimeFigureOut">
              <a:rPr lang="es-VE" smtClean="0"/>
              <a:pPr/>
              <a:t>31/12/2021</a:t>
            </a:fld>
            <a:endParaRPr lang="es-VE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cophilSans" panose="02000603040000020004" pitchFamily="2" charset="0"/>
              </a:defRPr>
            </a:lvl1pPr>
          </a:lstStyle>
          <a:p>
            <a:endParaRPr lang="es-VE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cophilSans" panose="02000603040000020004" pitchFamily="2" charset="0"/>
              </a:defRPr>
            </a:lvl1pPr>
          </a:lstStyle>
          <a:p>
            <a:fld id="{F3595E1E-B489-4AD6-8051-F8479892CCA8}" type="slidenum">
              <a:rPr lang="es-VE" smtClean="0"/>
              <a:pPr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58362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cophilSans" panose="0200060304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cophilSans" panose="0200060304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cophilSans" panose="0200060304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cophilSans" panose="0200060304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cophilSans" panose="020006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63" y="2073017"/>
            <a:ext cx="10058400" cy="256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13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63" y="2073017"/>
            <a:ext cx="10058400" cy="256020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20" y="3807230"/>
            <a:ext cx="520300" cy="61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74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96296E-6 L 0.37826 -0.5347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06" y="-2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3" presetClass="exit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58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104579" y="2228671"/>
            <a:ext cx="100975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A la sociedad venezolana decente, llegue nuestra palabra de solidaridad y esperanza de que este año 2022, podamos mejorar nuestras </a:t>
            </a:r>
            <a:r>
              <a:rPr lang="es-VE" sz="2500" dirty="0" smtClean="0">
                <a:latin typeface="FrancophilSans" panose="02000603040000020004" pitchFamily="2" charset="0"/>
              </a:rPr>
              <a:t>condiciones laborales, familiares, ciudadanas y patrióticas, </a:t>
            </a:r>
            <a:r>
              <a:rPr lang="es-VE" sz="2500" dirty="0" smtClean="0">
                <a:latin typeface="FrancophilSans" panose="02000603040000020004" pitchFamily="2" charset="0"/>
              </a:rPr>
              <a:t>de la misma manera que podamos mejorar nuestras </a:t>
            </a:r>
            <a:r>
              <a:rPr lang="es-VE" sz="2500" dirty="0" smtClean="0">
                <a:latin typeface="FrancophilSans" panose="02000603040000020004" pitchFamily="2" charset="0"/>
              </a:rPr>
              <a:t>capacidades organizativas,</a:t>
            </a:r>
            <a:endParaRPr lang="es-VE" sz="2500" dirty="0"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07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060269" y="2264130"/>
            <a:ext cx="10071462" cy="232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Que en el lugar donde estemos, dentro o fuera de Venezuela, podamos dedicar lago mas de tiempo a organizarnos como esa sociedad decente que hace falta para poder proceder a recuperar nuestra patria y refundar la república en ella.</a:t>
            </a:r>
          </a:p>
        </p:txBody>
      </p:sp>
    </p:spTree>
    <p:extLst>
      <p:ext uri="{BB962C8B-B14F-4D97-AF65-F5344CB8AC3E}">
        <p14:creationId xmlns:p14="http://schemas.microsoft.com/office/powerpoint/2010/main" val="167807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15488" y="1838102"/>
            <a:ext cx="10361023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Una república donde la corrupción, el vicio, el libertinaje y demás negativas conductas, no sean la norma, sino por el contrario, una república como deben ser las repúblicas, donde la ley y el Estado estén al servicio del ciudadano y todos juntos, construyamos esa república día a día, donde impere el gobierno de la ley, y donde las leyes sean herramientas al servicio de los ciudadanos de bien.</a:t>
            </a:r>
          </a:p>
        </p:txBody>
      </p:sp>
    </p:spTree>
    <p:extLst>
      <p:ext uri="{BB962C8B-B14F-4D97-AF65-F5344CB8AC3E}">
        <p14:creationId xmlns:p14="http://schemas.microsoft.com/office/powerpoint/2010/main" val="99633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058091" y="1823449"/>
            <a:ext cx="1026740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Una república donde el trabajo sea bien remunerado y productivo, donde los servicios públicos sean de la mejor calidad, donde la educación sea masiva y cada vez mejor, en fin, una república donde se pueda vivir y ser feliz gracias a nuestras propias capacidades y por el fruto de nuestros esfuerzos, donde el amor a Dios y al prójimo como a nosotros mismos sea parte esencial en cada uno, donde la corrupción no tenga cabida.</a:t>
            </a:r>
          </a:p>
        </p:txBody>
      </p:sp>
    </p:spTree>
    <p:extLst>
      <p:ext uri="{BB962C8B-B14F-4D97-AF65-F5344CB8AC3E}">
        <p14:creationId xmlns:p14="http://schemas.microsoft.com/office/powerpoint/2010/main" val="21317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130705" y="2568032"/>
            <a:ext cx="1004533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Todo esto es posible si nos organizamos y procedemos, de manera seria y profesional, a recuperar nuestra patria y refundar la república en ella.</a:t>
            </a:r>
            <a:endParaRPr lang="es-VE" sz="2500" dirty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3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053737" y="2411278"/>
            <a:ext cx="10084526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Tomemos este año para mejorar nuestros asuntos personales y particulares pero también para proceder a organizarnos como esa sociedad civil que debemos ser, estemos donde estemos.</a:t>
            </a:r>
          </a:p>
        </p:txBody>
      </p:sp>
    </p:spTree>
    <p:extLst>
      <p:ext uri="{BB962C8B-B14F-4D97-AF65-F5344CB8AC3E}">
        <p14:creationId xmlns:p14="http://schemas.microsoft.com/office/powerpoint/2010/main" val="207694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034143" y="2084706"/>
            <a:ext cx="10123714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No necesitamos partidos para eso, lo que necesitamos es organizarnos en grupos pequeños de 3, 5, 7 o 9 personas, bien conocidas, con estos objetivos, prepararnos para recuperar nuestra patria y refundar la república en ella y hacerlo con mucha discreción, nada de extraños, ni judas traidores, mucho menos con vende patrias y negociadores vendidos.</a:t>
            </a:r>
          </a:p>
        </p:txBody>
      </p:sp>
    </p:spTree>
    <p:extLst>
      <p:ext uri="{BB962C8B-B14F-4D97-AF65-F5344CB8AC3E}">
        <p14:creationId xmlns:p14="http://schemas.microsoft.com/office/powerpoint/2010/main" val="266324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052328" y="2071643"/>
            <a:ext cx="10202091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No necesitamos alguien para que nos gobierne, lo que necesitamos son excelentes servidores públicos y aliarnos como buenos amigos, como buenos venezolanos, organizados para recuperar nuestra patria y refundar la república en ella, con la ayuda de Dios y por nuestro propio esfuerzo y dedicación, podemos hacerlo, tengamos fe en eso.</a:t>
            </a:r>
          </a:p>
        </p:txBody>
      </p:sp>
    </p:spTree>
    <p:extLst>
      <p:ext uri="{BB962C8B-B14F-4D97-AF65-F5344CB8AC3E}">
        <p14:creationId xmlns:p14="http://schemas.microsoft.com/office/powerpoint/2010/main" val="108836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598583" y="2325189"/>
            <a:ext cx="10994834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Venezolanos, este es nuestro mensaje para este año 2022.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Seguimos a la orden y trabajando en estos objetivos</a:t>
            </a:r>
            <a:r>
              <a:rPr lang="pt-BR" sz="2500" dirty="0" smtClean="0">
                <a:latin typeface="FrancophilSans" panose="02000603040000020004" pitchFamily="2" charset="0"/>
              </a:rPr>
              <a:t>:</a:t>
            </a:r>
            <a:r>
              <a:rPr lang="es-VE" sz="2500" dirty="0" smtClean="0">
                <a:latin typeface="FrancophilSans" panose="02000603040000020004" pitchFamily="2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Recuperar la patria y refundar la república en Venezuela.</a:t>
            </a:r>
            <a:endParaRPr lang="es-VE" sz="2500" b="1" dirty="0" smtClean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2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98566" y="2364377"/>
            <a:ext cx="11194868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Organízate y formemos una confederación que nos permita alcanzar los objetivos. 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Búscanos, encuéntranos y aliémonos como buenos amigos porque, como dijo Sucre:</a:t>
            </a:r>
          </a:p>
          <a:p>
            <a:pPr algn="ctr">
              <a:lnSpc>
                <a:spcPct val="150000"/>
              </a:lnSpc>
            </a:pPr>
            <a:r>
              <a:rPr lang="pt-BR" sz="2500" b="1" dirty="0" smtClean="0">
                <a:latin typeface="FrancophilSans" panose="02000603040000020004" pitchFamily="2" charset="0"/>
              </a:rPr>
              <a:t>“compatriotas, </a:t>
            </a:r>
            <a:r>
              <a:rPr lang="es-VE" sz="2500" b="1" dirty="0" smtClean="0">
                <a:latin typeface="FrancophilSans" panose="02000603040000020004" pitchFamily="2" charset="0"/>
              </a:rPr>
              <a:t>sin unión y sin amistad no seremos ni fuertes ni felices”</a:t>
            </a:r>
            <a:endParaRPr lang="es-VE" sz="2500" b="1" dirty="0" smtClean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796568" y="261297"/>
            <a:ext cx="9990909" cy="1175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No mas socialismo en Venezuela, en cualquiera de sus formas, sea del color y del partido que sea, venga de donde venga y prometa lo que prometa. </a:t>
            </a:r>
            <a:endParaRPr lang="es-VE" sz="2500" dirty="0">
              <a:latin typeface="FrancophilSans" panose="02000603040000020004" pitchFamily="2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394" y="1718853"/>
            <a:ext cx="8892828" cy="489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5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810665" y="980753"/>
            <a:ext cx="10868297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Dios está nuestra fe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nuestras capacidades está nuestra esperanza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nuestra organización está el éxito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No podemos fallar.</a:t>
            </a:r>
            <a:endParaRPr lang="es-VE" sz="2500" dirty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8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477" y="104503"/>
            <a:ext cx="1269070" cy="148916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723604" y="1838102"/>
            <a:ext cx="7119257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Así que a organizarnos para recuperar nuestra patria y refundar la república en Venezuela.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Hacerlo es nuestro derecho …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Lograrlo es nuestro deber …</a:t>
            </a:r>
          </a:p>
        </p:txBody>
      </p:sp>
    </p:spTree>
    <p:extLst>
      <p:ext uri="{BB962C8B-B14F-4D97-AF65-F5344CB8AC3E}">
        <p14:creationId xmlns:p14="http://schemas.microsoft.com/office/powerpoint/2010/main" val="189527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038626" y="0"/>
            <a:ext cx="6153374" cy="40843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21" y="261766"/>
            <a:ext cx="6305905" cy="633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4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1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92332" y="497428"/>
            <a:ext cx="403642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Dios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está nuestra fe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nuestras capacidades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está nuestra esperanza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En nuestra organización</a:t>
            </a: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está el éxito …</a:t>
            </a:r>
          </a:p>
          <a:p>
            <a:pPr algn="ctr">
              <a:lnSpc>
                <a:spcPct val="150000"/>
              </a:lnSpc>
            </a:pPr>
            <a:endParaRPr lang="es-VE" sz="2500" dirty="0" smtClean="0"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2500" dirty="0" smtClean="0">
                <a:latin typeface="FrancophilSans" panose="02000603040000020004" pitchFamily="2" charset="0"/>
              </a:rPr>
              <a:t>No podemos fallar.</a:t>
            </a:r>
            <a:endParaRPr lang="es-VE" sz="2500" dirty="0">
              <a:latin typeface="FrancophilSans" panose="02000603040000020004" pitchFamily="2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086" y="91440"/>
            <a:ext cx="6646707" cy="667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2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680"/>
            <a:ext cx="6153374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79" y="365403"/>
            <a:ext cx="10058400" cy="256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0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19489" y="220337"/>
            <a:ext cx="11501609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>
                <a:latin typeface="FrancophilSans" panose="02000603040000020004" pitchFamily="2" charset="0"/>
              </a:rPr>
              <a:t>A la sociedad venezolana decente, llegue nuestra palabra de solidaridad y esperanza de que este año 2022, podamos mejorar nuestras capacidades organizativas, de la misma manera que podamos mejorar nuestras condiciones laborales, familiares, ciudadanas y patrióticas.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Que en el lugar donde estemos, dentro o fuera de Venezuela, podamos dedicar lago mas de tiempo a organizarnos como esa sociedad decente que hace falta para poder proceder a recuperar nuestra patria y refundar la república en ella.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Una república donde la corrupción, el vicio, el libertinaje y demás negativas conductas, no sean la norma, sino por el contrario, una república como deben ser las repúblicas, donde la ley y el Estado estén al servicio del ciudadano y todos juntos, construyamos esa república día a día, donde impere el gobierno de la ley, y donde las leyes sean herramientas al servicio de los ciudadanos de bien.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Una república donde el trabajo sea bien remunerado y productivo, donde los servicios públicos sean de la mejor calidad, donde la educación sea masiva y cada vez mejor, en fin, una república donde se pueda vivir y ser feliz gracias a nuestras propias capacidades y por el fruto de nuestros esfuerzos, donde el amor a Dios y al prójimo como a nosotros mismos sea parte esencial en cada uno, donde la corrupción no tenga cabida.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Todo esto es posible si nos organizamos y procedemos, de manera seria y profesional, a recuperar nuestra patria y refundar la república en ella.</a:t>
            </a:r>
            <a:br>
              <a:rPr lang="es-VE" dirty="0" smtClean="0">
                <a:latin typeface="FrancophilSans" panose="02000603040000020004" pitchFamily="2" charset="0"/>
              </a:rPr>
            </a:br>
            <a:r>
              <a:rPr lang="es-VE" dirty="0" smtClean="0">
                <a:latin typeface="FrancophilSans" panose="02000603040000020004" pitchFamily="2" charset="0"/>
              </a:rPr>
              <a:t>Tomemos este año para mejorar nuestros asuntos personales y particulares pero también para proceder a organizarnos como esa sociedad civil que debemos ser, estemos donde estemos.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No necesitamos partidos para eso, lo que necesitamos es organizarnos en grupos pequeños de 3, 5, 7 o 9 personas, bien conocidas, con esos objetivos, prepararnos para recuperar nuestra patria y refundar la república en ella con mucha discreción. N</a:t>
            </a:r>
            <a:r>
              <a:rPr lang="es-VE" dirty="0" smtClean="0">
                <a:latin typeface="FrancophilSans" panose="02000603040000020004" pitchFamily="2" charset="0"/>
              </a:rPr>
              <a:t>ada de extraños, ni traidores, mucho menos con vende patrias.</a:t>
            </a:r>
            <a:endParaRPr lang="es-VE" dirty="0" smtClean="0">
              <a:latin typeface="FrancophilSans" panose="02000603040000020004" pitchFamily="2" charset="0"/>
            </a:endParaRPr>
          </a:p>
          <a:p>
            <a:r>
              <a:rPr lang="es-VE" dirty="0" smtClean="0">
                <a:latin typeface="FrancophilSans" panose="02000603040000020004" pitchFamily="2" charset="0"/>
              </a:rPr>
              <a:t>No necesitamos quien nos gobierne, lo que necesitamos son excelentes servidores públicos y aliarnos como buenos amigos, como buenos venezolanos, organizados para recuperar nuestra patria y refundar la república en ella, con la ayuda de Dios y por nuestro propio esfuerzo y dedicación, podemos hacerlo.</a:t>
            </a:r>
          </a:p>
          <a:p>
            <a:r>
              <a:rPr lang="es-VE" dirty="0" smtClean="0">
                <a:latin typeface="FrancophilSans" panose="02000603040000020004" pitchFamily="2" charset="0"/>
              </a:rPr>
              <a:t>Este es nuestro mensaje para este año 2022… venezolanos… seguimos a la orden y trabajando en esos objetivos… recuperar la patria y refundar la república en Venezuela … organízate y formemos una confederación que nos permita alcanzar esos objetivos … búscanos, encuéntranos y aliémonos como buenos amigos porque, como dijo Sucre,  sin unión y sin amistad no seremos ni fuertes ni felices … no mas socialismo en Venezuela, en cualquiera de sus formas, sea del color y del partido que sea, venga de donde venga y prometa lo que prometa … así que a organizarnos para recuperar nuestra patria y refundar la república en Venezuela … es nuestro derecho … Dios es nuestra esperanza …</a:t>
            </a:r>
            <a:endParaRPr lang="es-VE" dirty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640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63" y="2073017"/>
            <a:ext cx="10058400" cy="256020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20" y="3807230"/>
            <a:ext cx="520300" cy="61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1132</Words>
  <Application>Microsoft Office PowerPoint</Application>
  <PresentationFormat>Widescreen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 Light</vt:lpstr>
      <vt:lpstr>FrancophilSans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28</cp:revision>
  <dcterms:created xsi:type="dcterms:W3CDTF">2021-12-31T08:45:01Z</dcterms:created>
  <dcterms:modified xsi:type="dcterms:W3CDTF">2021-12-31T13:52:50Z</dcterms:modified>
</cp:coreProperties>
</file>