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handoutMasterIdLst>
    <p:handoutMasterId r:id="rId63"/>
  </p:handoutMasterIdLst>
  <p:sldIdLst>
    <p:sldId id="318" r:id="rId2"/>
    <p:sldId id="256" r:id="rId3"/>
    <p:sldId id="264" r:id="rId4"/>
    <p:sldId id="316" r:id="rId5"/>
    <p:sldId id="319" r:id="rId6"/>
    <p:sldId id="329" r:id="rId7"/>
    <p:sldId id="267" r:id="rId8"/>
    <p:sldId id="269" r:id="rId9"/>
    <p:sldId id="268" r:id="rId10"/>
    <p:sldId id="261" r:id="rId11"/>
    <p:sldId id="279" r:id="rId12"/>
    <p:sldId id="278" r:id="rId13"/>
    <p:sldId id="281" r:id="rId14"/>
    <p:sldId id="332" r:id="rId15"/>
    <p:sldId id="282" r:id="rId16"/>
    <p:sldId id="325" r:id="rId17"/>
    <p:sldId id="284" r:id="rId18"/>
    <p:sldId id="276" r:id="rId19"/>
    <p:sldId id="258" r:id="rId20"/>
    <p:sldId id="285" r:id="rId21"/>
    <p:sldId id="286" r:id="rId22"/>
    <p:sldId id="330" r:id="rId23"/>
    <p:sldId id="290" r:id="rId24"/>
    <p:sldId id="331" r:id="rId25"/>
    <p:sldId id="291" r:id="rId26"/>
    <p:sldId id="292" r:id="rId27"/>
    <p:sldId id="327" r:id="rId28"/>
    <p:sldId id="326" r:id="rId29"/>
    <p:sldId id="287" r:id="rId30"/>
    <p:sldId id="297" r:id="rId31"/>
    <p:sldId id="295" r:id="rId32"/>
    <p:sldId id="339" r:id="rId33"/>
    <p:sldId id="333" r:id="rId34"/>
    <p:sldId id="294" r:id="rId35"/>
    <p:sldId id="328" r:id="rId36"/>
    <p:sldId id="298" r:id="rId37"/>
    <p:sldId id="296" r:id="rId38"/>
    <p:sldId id="299" r:id="rId39"/>
    <p:sldId id="259" r:id="rId40"/>
    <p:sldId id="334" r:id="rId41"/>
    <p:sldId id="304" r:id="rId42"/>
    <p:sldId id="301" r:id="rId43"/>
    <p:sldId id="336" r:id="rId44"/>
    <p:sldId id="337" r:id="rId45"/>
    <p:sldId id="315" r:id="rId46"/>
    <p:sldId id="321" r:id="rId47"/>
    <p:sldId id="302" r:id="rId48"/>
    <p:sldId id="257" r:id="rId49"/>
    <p:sldId id="288" r:id="rId50"/>
    <p:sldId id="306" r:id="rId51"/>
    <p:sldId id="307" r:id="rId52"/>
    <p:sldId id="309" r:id="rId53"/>
    <p:sldId id="310" r:id="rId54"/>
    <p:sldId id="311" r:id="rId55"/>
    <p:sldId id="322" r:id="rId56"/>
    <p:sldId id="335" r:id="rId57"/>
    <p:sldId id="312" r:id="rId58"/>
    <p:sldId id="338" r:id="rId59"/>
    <p:sldId id="320" r:id="rId60"/>
    <p:sldId id="340" r:id="rId61"/>
  </p:sldIdLst>
  <p:sldSz cx="9144000" cy="6858000" type="screen4x3"/>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009900"/>
    <a:srgbClr val="FFFF71"/>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1" autoAdjust="0"/>
    <p:restoredTop sz="94638" autoAdjust="0"/>
  </p:normalViewPr>
  <p:slideViewPr>
    <p:cSldViewPr>
      <p:cViewPr varScale="1">
        <p:scale>
          <a:sx n="82" d="100"/>
          <a:sy n="82" d="100"/>
        </p:scale>
        <p:origin x="-57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22F21EA-2EF6-43E4-929B-5CCF87ABB2B3}" type="datetimeFigureOut">
              <a:rPr lang="pt-BR" smtClean="0"/>
              <a:pPr/>
              <a:t>12/02/2023</a:t>
            </a:fld>
            <a:endParaRPr lang="pt-BR"/>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497B316-BA64-4433-8015-51910F4FDCAB}" type="slidenum">
              <a:rPr lang="pt-BR" smtClean="0"/>
              <a:pPr/>
              <a:t>‹Nº›</a:t>
            </a:fld>
            <a:endParaRPr lang="pt-B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9FFC71-4CF6-4FBC-A0D2-79E6943A62BB}" type="datetimeFigureOut">
              <a:rPr lang="pt-BR" smtClean="0"/>
              <a:pPr/>
              <a:t>12/02/2023</a:t>
            </a:fld>
            <a:endParaRPr lang="pt-BR"/>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2F8EA-7492-4959-B613-4E4644DDC1B4}" type="slidenum">
              <a:rPr lang="pt-BR" smtClean="0"/>
              <a:pPr/>
              <a:t>‹Nº›</a:t>
            </a:fld>
            <a:endParaRPr lang="pt-BR"/>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pt-BR"/>
          </a:p>
        </p:txBody>
      </p:sp>
      <p:sp>
        <p:nvSpPr>
          <p:cNvPr id="4" name="3 Marcador de número de diapositiva"/>
          <p:cNvSpPr>
            <a:spLocks noGrp="1"/>
          </p:cNvSpPr>
          <p:nvPr>
            <p:ph type="sldNum" sz="quarter" idx="10"/>
          </p:nvPr>
        </p:nvSpPr>
        <p:spPr/>
        <p:txBody>
          <a:bodyPr/>
          <a:lstStyle/>
          <a:p>
            <a:fld id="{B042F8EA-7492-4959-B613-4E4644DDC1B4}" type="slidenum">
              <a:rPr lang="pt-BR" smtClean="0"/>
              <a:pPr/>
              <a:t>1</a:t>
            </a:fld>
            <a:endParaRPr lang="pt-B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pt-BR" dirty="0"/>
          </a:p>
        </p:txBody>
      </p:sp>
      <p:sp>
        <p:nvSpPr>
          <p:cNvPr id="4" name="3 Marcador de número de diapositiva"/>
          <p:cNvSpPr>
            <a:spLocks noGrp="1"/>
          </p:cNvSpPr>
          <p:nvPr>
            <p:ph type="sldNum" sz="quarter" idx="10"/>
          </p:nvPr>
        </p:nvSpPr>
        <p:spPr/>
        <p:txBody>
          <a:bodyPr/>
          <a:lstStyle/>
          <a:p>
            <a:fld id="{B042F8EA-7492-4959-B613-4E4644DDC1B4}" type="slidenum">
              <a:rPr lang="pt-BR" smtClean="0"/>
              <a:pPr/>
              <a:t>2</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pt-B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pt-BR"/>
          </a:p>
        </p:txBody>
      </p:sp>
      <p:sp>
        <p:nvSpPr>
          <p:cNvPr id="4" name="3 Marcador de fecha"/>
          <p:cNvSpPr>
            <a:spLocks noGrp="1"/>
          </p:cNvSpPr>
          <p:nvPr>
            <p:ph type="dt" sz="half" idx="10"/>
          </p:nvPr>
        </p:nvSpPr>
        <p:spPr/>
        <p:txBody>
          <a:bodyPr/>
          <a:lstStyle/>
          <a:p>
            <a:fld id="{31615846-A7D7-49B1-AC86-88F26CC20CEB}" type="datetime1">
              <a:rPr lang="pt-BR" smtClean="0"/>
              <a:pPr/>
              <a:t>12/02/2023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957B8062-889D-4B44-8553-D766A4AD641B}" type="datetime1">
              <a:rPr lang="pt-BR" smtClean="0"/>
              <a:pPr/>
              <a:t>12/02/2023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2B11A96B-A260-43B1-9DD5-8081C2A382BF}" type="datetime1">
              <a:rPr lang="pt-BR" smtClean="0"/>
              <a:pPr/>
              <a:t>12/02/2023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fecha"/>
          <p:cNvSpPr>
            <a:spLocks noGrp="1"/>
          </p:cNvSpPr>
          <p:nvPr>
            <p:ph type="dt" sz="half" idx="10"/>
          </p:nvPr>
        </p:nvSpPr>
        <p:spPr/>
        <p:txBody>
          <a:bodyPr/>
          <a:lstStyle/>
          <a:p>
            <a:fld id="{AB3C30E4-89CF-4A29-8BDD-ABCA25255E6A}" type="datetime1">
              <a:rPr lang="pt-BR" smtClean="0"/>
              <a:pPr/>
              <a:t>12/02/2023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7" name="6 Marcador de fecha"/>
          <p:cNvSpPr>
            <a:spLocks noGrp="1"/>
          </p:cNvSpPr>
          <p:nvPr>
            <p:ph type="dt" sz="half" idx="10"/>
          </p:nvPr>
        </p:nvSpPr>
        <p:spPr/>
        <p:txBody>
          <a:bodyPr/>
          <a:lstStyle/>
          <a:p>
            <a:fld id="{ABE81B91-733B-4BEA-8366-C5ABDB1CEFC5}" type="datetime1">
              <a:rPr lang="pt-BR" smtClean="0"/>
              <a:pPr/>
              <a:t>12/02/2023</a:t>
            </a:fld>
            <a:endParaRPr lang="pt-BR"/>
          </a:p>
        </p:txBody>
      </p:sp>
      <p:sp>
        <p:nvSpPr>
          <p:cNvPr id="8" name="7 Marcador de pie de página"/>
          <p:cNvSpPr>
            <a:spLocks noGrp="1"/>
          </p:cNvSpPr>
          <p:nvPr>
            <p:ph type="ftr" sz="quarter" idx="11"/>
          </p:nvPr>
        </p:nvSpPr>
        <p:spPr/>
        <p:txBody>
          <a:bodyPr/>
          <a:lstStyle/>
          <a:p>
            <a:endParaRPr lang="pt-BR"/>
          </a:p>
        </p:txBody>
      </p:sp>
      <p:sp>
        <p:nvSpPr>
          <p:cNvPr id="9" name="8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fecha"/>
          <p:cNvSpPr>
            <a:spLocks noGrp="1"/>
          </p:cNvSpPr>
          <p:nvPr>
            <p:ph type="dt" sz="half" idx="10"/>
          </p:nvPr>
        </p:nvSpPr>
        <p:spPr/>
        <p:txBody>
          <a:bodyPr/>
          <a:lstStyle/>
          <a:p>
            <a:fld id="{20095495-74EC-4F20-8D8A-E59478684C78}" type="datetime1">
              <a:rPr lang="pt-BR" smtClean="0"/>
              <a:pPr/>
              <a:t>12/02/2023</a:t>
            </a:fld>
            <a:endParaRPr lang="pt-BR"/>
          </a:p>
        </p:txBody>
      </p:sp>
      <p:sp>
        <p:nvSpPr>
          <p:cNvPr id="4" name="3 Marcador de pie de página"/>
          <p:cNvSpPr>
            <a:spLocks noGrp="1"/>
          </p:cNvSpPr>
          <p:nvPr>
            <p:ph type="ftr" sz="quarter" idx="11"/>
          </p:nvPr>
        </p:nvSpPr>
        <p:spPr/>
        <p:txBody>
          <a:bodyPr/>
          <a:lstStyle/>
          <a:p>
            <a:endParaRPr lang="pt-BR"/>
          </a:p>
        </p:txBody>
      </p:sp>
      <p:sp>
        <p:nvSpPr>
          <p:cNvPr id="5" name="4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F1195C9-DA0F-4C5D-AD18-903BA9A814FA}" type="datetime1">
              <a:rPr lang="pt-BR" smtClean="0"/>
              <a:pPr/>
              <a:t>12/02/2023</a:t>
            </a:fld>
            <a:endParaRPr lang="pt-BR"/>
          </a:p>
        </p:txBody>
      </p:sp>
      <p:sp>
        <p:nvSpPr>
          <p:cNvPr id="3" name="2 Marcador de pie de página"/>
          <p:cNvSpPr>
            <a:spLocks noGrp="1"/>
          </p:cNvSpPr>
          <p:nvPr>
            <p:ph type="ftr" sz="quarter" idx="11"/>
          </p:nvPr>
        </p:nvSpPr>
        <p:spPr/>
        <p:txBody>
          <a:bodyPr/>
          <a:lstStyle/>
          <a:p>
            <a:endParaRPr lang="pt-BR"/>
          </a:p>
        </p:txBody>
      </p:sp>
      <p:sp>
        <p:nvSpPr>
          <p:cNvPr id="4" name="3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pt-B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5CA74622-8AE4-43B4-8DDD-27428ABFC32F}" type="datetime1">
              <a:rPr lang="pt-BR" smtClean="0"/>
              <a:pPr/>
              <a:t>12/02/2023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pt-B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848ECEE-341E-4A6E-9FDA-E91C2FE45D5B}" type="datetime1">
              <a:rPr lang="pt-BR" smtClean="0"/>
              <a:pPr/>
              <a:t>12/02/2023</a:t>
            </a:fld>
            <a:endParaRPr lang="pt-BR"/>
          </a:p>
        </p:txBody>
      </p:sp>
      <p:sp>
        <p:nvSpPr>
          <p:cNvPr id="6" name="5 Marcador de pie de página"/>
          <p:cNvSpPr>
            <a:spLocks noGrp="1"/>
          </p:cNvSpPr>
          <p:nvPr>
            <p:ph type="ftr" sz="quarter" idx="11"/>
          </p:nvPr>
        </p:nvSpPr>
        <p:spPr/>
        <p:txBody>
          <a:bodyPr/>
          <a:lstStyle/>
          <a:p>
            <a:endParaRPr lang="pt-B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73AC99E7-0D80-4BB9-9E8E-51B367DDCDB5}" type="datetime1">
              <a:rPr lang="pt-BR" smtClean="0"/>
              <a:pPr/>
              <a:t>12/02/2023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pt-B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10"/>
          </p:nvPr>
        </p:nvSpPr>
        <p:spPr/>
        <p:txBody>
          <a:bodyPr/>
          <a:lstStyle/>
          <a:p>
            <a:fld id="{FC64896C-9669-4A72-BCE9-CCFFF3FC568B}" type="datetime1">
              <a:rPr lang="pt-BR" smtClean="0"/>
              <a:pPr/>
              <a:t>12/02/2023</a:t>
            </a:fld>
            <a:endParaRPr lang="pt-BR"/>
          </a:p>
        </p:txBody>
      </p:sp>
      <p:sp>
        <p:nvSpPr>
          <p:cNvPr id="5" name="4 Marcador de pie de página"/>
          <p:cNvSpPr>
            <a:spLocks noGrp="1"/>
          </p:cNvSpPr>
          <p:nvPr>
            <p:ph type="ftr" sz="quarter" idx="11"/>
          </p:nvPr>
        </p:nvSpPr>
        <p:spPr/>
        <p:txBody>
          <a:bodyPr/>
          <a:lstStyle/>
          <a:p>
            <a:endParaRPr lang="pt-B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‹Nº›</a:t>
            </a:fld>
            <a:endParaRPr lang="pt-BR"/>
          </a:p>
        </p:txBody>
      </p:sp>
    </p:spTree>
  </p:cSld>
  <p:clrMapOvr>
    <a:masterClrMapping/>
  </p:clrMapOvr>
  <p:transition spd="med" advClick="0" advTm="9000">
    <p:sndAc>
      <p:stSnd>
        <p:snd r:embed="rId1" name="hammer.wav" builtIn="1"/>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pt-BR"/>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pt-B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497849-1111-4201-9633-5DE11097ADF3}" type="datetime1">
              <a:rPr lang="pt-BR" smtClean="0"/>
              <a:pPr/>
              <a:t>12/02/2023</a:t>
            </a:fld>
            <a:endParaRPr lang="pt-B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71F0A2-0D57-4026-9174-822EA1BAEC0C}" type="slidenum">
              <a:rPr lang="pt-BR" smtClean="0"/>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advClick="0" advTm="9000">
    <p:sndAc>
      <p:stSnd>
        <p:snd r:embed="rId13" name="hammer.wav" builtIn="1"/>
      </p:stSnd>
    </p:sndAc>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6.gif"/></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4.gif"/><Relationship Id="rId5" Type="http://schemas.openxmlformats.org/officeDocument/2006/relationships/image" Target="../media/image9.jpe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14.gif"/></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5.jpeg"/><Relationship Id="rId4" Type="http://schemas.openxmlformats.org/officeDocument/2006/relationships/image" Target="../media/image4.gif"/></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20.jpe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4.gif"/></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4.gif"/></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4.jpeg"/><Relationship Id="rId5" Type="http://schemas.openxmlformats.org/officeDocument/2006/relationships/image" Target="../media/image4.gif"/><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5.png"/><Relationship Id="rId4" Type="http://schemas.openxmlformats.org/officeDocument/2006/relationships/image" Target="../media/image4.gif"/></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4.gif"/></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8.png"/><Relationship Id="rId4" Type="http://schemas.openxmlformats.org/officeDocument/2006/relationships/image" Target="../media/image4.gif"/></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9.png"/><Relationship Id="rId4" Type="http://schemas.openxmlformats.org/officeDocument/2006/relationships/image" Target="../media/image4.gif"/></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0.jpeg"/><Relationship Id="rId4" Type="http://schemas.openxmlformats.org/officeDocument/2006/relationships/image" Target="../media/image4.gif"/></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1.jpeg"/><Relationship Id="rId4" Type="http://schemas.openxmlformats.org/officeDocument/2006/relationships/image" Target="../media/image4.gif"/></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32.jpe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3.jpeg"/><Relationship Id="rId4" Type="http://schemas.openxmlformats.org/officeDocument/2006/relationships/image" Target="../media/image4.gif"/></Relationships>
</file>

<file path=ppt/slides/_rels/slide3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4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4.gif"/><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gif"/></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6.png"/><Relationship Id="rId4" Type="http://schemas.openxmlformats.org/officeDocument/2006/relationships/image" Target="../media/image4.gif"/></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7.jpeg"/><Relationship Id="rId4" Type="http://schemas.openxmlformats.org/officeDocument/2006/relationships/image" Target="../media/image4.gif"/></Relationships>
</file>

<file path=ppt/slides/_rels/slide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8.png"/><Relationship Id="rId4" Type="http://schemas.openxmlformats.org/officeDocument/2006/relationships/image" Target="../media/image4.gif"/></Relationships>
</file>

<file path=ppt/slides/_rels/slide48.xml.rels><?xml version="1.0" encoding="UTF-8" standalone="yes"?>
<Relationships xmlns="http://schemas.openxmlformats.org/package/2006/relationships"><Relationship Id="rId3" Type="http://schemas.openxmlformats.org/officeDocument/2006/relationships/image" Target="../media/image40.jpeg"/><Relationship Id="rId7" Type="http://schemas.openxmlformats.org/officeDocument/2006/relationships/image" Target="../media/image2.png"/><Relationship Id="rId2" Type="http://schemas.openxmlformats.org/officeDocument/2006/relationships/image" Target="../media/image39.jpeg"/><Relationship Id="rId1" Type="http://schemas.openxmlformats.org/officeDocument/2006/relationships/slideLayout" Target="../slideLayouts/slideLayout1.xml"/><Relationship Id="rId6" Type="http://schemas.openxmlformats.org/officeDocument/2006/relationships/image" Target="../media/image43.jpeg"/><Relationship Id="rId5" Type="http://schemas.openxmlformats.org/officeDocument/2006/relationships/image" Target="../media/image42.jpeg"/><Relationship Id="rId4" Type="http://schemas.openxmlformats.org/officeDocument/2006/relationships/image" Target="../media/image41.jpe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5.jpe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6.jpeg"/></Relationships>
</file>

<file path=ppt/slides/_rels/slide5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7.jpeg"/></Relationships>
</file>

<file path=ppt/slides/_rels/slide5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image" Target="../media/image4.gif"/><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6.jpeg"/></Relationships>
</file>

<file path=ppt/slides/_rels/slide5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gif"/><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2.wav"/><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43" name="Picture 19"/>
          <p:cNvPicPr>
            <a:picLocks noChangeAspect="1" noChangeArrowheads="1"/>
          </p:cNvPicPr>
          <p:nvPr/>
        </p:nvPicPr>
        <p:blipFill>
          <a:blip r:embed="rId3"/>
          <a:srcRect r="1539"/>
          <a:stretch>
            <a:fillRect/>
          </a:stretch>
        </p:blipFill>
        <p:spPr bwMode="auto">
          <a:xfrm>
            <a:off x="1" y="1198350"/>
            <a:ext cx="9143999" cy="5659674"/>
          </a:xfrm>
          <a:prstGeom prst="rect">
            <a:avLst/>
          </a:prstGeom>
          <a:noFill/>
          <a:ln w="9525">
            <a:noFill/>
            <a:miter lim="800000"/>
            <a:headEnd/>
            <a:tailEnd/>
          </a:ln>
          <a:effectLst/>
        </p:spPr>
      </p:pic>
      <p:sp>
        <p:nvSpPr>
          <p:cNvPr id="12" name="11 CuadroTexto"/>
          <p:cNvSpPr txBox="1"/>
          <p:nvPr/>
        </p:nvSpPr>
        <p:spPr>
          <a:xfrm>
            <a:off x="500034" y="142852"/>
            <a:ext cx="8072494" cy="1200329"/>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pt-BR"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FrancophilSans" pitchFamily="2" charset="0"/>
              </a:rPr>
              <a:t>Você, M.·. M.·. quer fazer </a:t>
            </a:r>
          </a:p>
          <a:p>
            <a:pPr algn="ctr"/>
            <a:r>
              <a:rPr lang="pt-BR"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FrancophilSans" pitchFamily="2" charset="0"/>
              </a:rPr>
              <a:t>Maçonaria filosófica e filantrópica?</a:t>
            </a:r>
            <a:endParaRPr lang="pt-BR"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FrancophilSans" pitchFamily="2" charset="0"/>
            </a:endParaRPr>
          </a:p>
        </p:txBody>
      </p:sp>
      <p:sp>
        <p:nvSpPr>
          <p:cNvPr id="4" name="3 Marcador de número de diapositiva"/>
          <p:cNvSpPr>
            <a:spLocks noGrp="1"/>
          </p:cNvSpPr>
          <p:nvPr>
            <p:ph type="sldNum" sz="quarter" idx="12"/>
          </p:nvPr>
        </p:nvSpPr>
        <p:spPr/>
        <p:txBody>
          <a:bodyPr/>
          <a:lstStyle/>
          <a:p>
            <a:fld id="{4171F0A2-0D57-4026-9174-822EA1BAEC0C}" type="slidenum">
              <a:rPr lang="pt-BR" smtClean="0"/>
              <a:pPr/>
              <a:t>1</a:t>
            </a:fld>
            <a:endParaRPr lang="pt-BR"/>
          </a:p>
        </p:txBody>
      </p:sp>
      <p:pic>
        <p:nvPicPr>
          <p:cNvPr id="7" name="6 Imagen" descr="logo HD 2019 trans.png"/>
          <p:cNvPicPr>
            <a:picLocks noChangeAspect="1"/>
          </p:cNvPicPr>
          <p:nvPr/>
        </p:nvPicPr>
        <p:blipFill>
          <a:blip r:embed="rId4"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43"/>
                                        </p:tgtEl>
                                        <p:attrNameLst>
                                          <p:attrName>style.visibility</p:attrName>
                                        </p:attrNameLst>
                                      </p:cBhvr>
                                      <p:to>
                                        <p:strVal val="visible"/>
                                      </p:to>
                                    </p:set>
                                    <p:animEffect transition="in" filter="fade">
                                      <p:cBhvr>
                                        <p:cTn id="7" dur="2000"/>
                                        <p:tgtEl>
                                          <p:spTgt spid="1043"/>
                                        </p:tgtEl>
                                      </p:cBhvr>
                                    </p:animEffect>
                                  </p:childTnLst>
                                </p:cTn>
                              </p:par>
                            </p:childTnLst>
                          </p:cTn>
                        </p:par>
                        <p:par>
                          <p:cTn id="8" fill="hold">
                            <p:stCondLst>
                              <p:cond delay="2000"/>
                            </p:stCondLst>
                            <p:childTnLst>
                              <p:par>
                                <p:cTn id="9" presetID="2" presetClass="entr" presetSubtype="1" decel="50000" fill="hold" grpId="0" nodeType="afterEffect">
                                  <p:stCondLst>
                                    <p:cond delay="0"/>
                                  </p:stCondLst>
                                  <p:iterate type="lt">
                                    <p:tmPct val="10000"/>
                                  </p:iterate>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1000" fill="hold"/>
                                        <p:tgtEl>
                                          <p:spTgt spid="12"/>
                                        </p:tgtEl>
                                        <p:attrNameLst>
                                          <p:attrName>ppt_x</p:attrName>
                                        </p:attrNameLst>
                                      </p:cBhvr>
                                      <p:tavLst>
                                        <p:tav tm="0">
                                          <p:val>
                                            <p:strVal val="#ppt_x"/>
                                          </p:val>
                                        </p:tav>
                                        <p:tav tm="100000">
                                          <p:val>
                                            <p:strVal val="#ppt_x"/>
                                          </p:val>
                                        </p:tav>
                                      </p:tavLst>
                                    </p:anim>
                                    <p:anim calcmode="lin" valueType="num">
                                      <p:cBhvr additive="base">
                                        <p:cTn id="12" dur="1000" fill="hold"/>
                                        <p:tgtEl>
                                          <p:spTgt spid="1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26" name="Picture 2" descr="G:\A01 MIS TRABAJOS\Masoneria\imagenes masoneria\mozarthi.jpg"/>
          <p:cNvPicPr>
            <a:picLocks noChangeAspect="1" noChangeArrowheads="1"/>
          </p:cNvPicPr>
          <p:nvPr/>
        </p:nvPicPr>
        <p:blipFill>
          <a:blip r:embed="rId3"/>
          <a:srcRect t="6579" r="640" b="3207"/>
          <a:stretch>
            <a:fillRect/>
          </a:stretch>
        </p:blipFill>
        <p:spPr bwMode="auto">
          <a:xfrm>
            <a:off x="0" y="0"/>
            <a:ext cx="9429816" cy="6858000"/>
          </a:xfrm>
          <a:prstGeom prst="rect">
            <a:avLst/>
          </a:prstGeom>
          <a:noFill/>
        </p:spPr>
      </p:pic>
      <p:sp>
        <p:nvSpPr>
          <p:cNvPr id="15" name="14 CuadroTexto"/>
          <p:cNvSpPr txBox="1"/>
          <p:nvPr/>
        </p:nvSpPr>
        <p:spPr>
          <a:xfrm>
            <a:off x="4071934" y="214290"/>
            <a:ext cx="5072066" cy="3323987"/>
          </a:xfrm>
          <a:prstGeom prst="rect">
            <a:avLst/>
          </a:prstGeom>
          <a:noFill/>
          <a:ln>
            <a:noFill/>
          </a:ln>
        </p:spPr>
        <p:txBody>
          <a:bodyPr wrap="square" rtlCol="0">
            <a:spAutoFit/>
          </a:bodyPr>
          <a:lstStyle/>
          <a:p>
            <a:pPr algn="r">
              <a:lnSpc>
                <a:spcPct val="150000"/>
              </a:lnSpc>
            </a:pPr>
            <a:r>
              <a:rPr lang="pt-BR" sz="2800" dirty="0" smtClean="0">
                <a:ln w="18415" cmpd="sng">
                  <a:noFill/>
                  <a:prstDash val="solid"/>
                </a:ln>
                <a:solidFill>
                  <a:schemeClr val="bg1"/>
                </a:solidFill>
                <a:effectLst>
                  <a:outerShdw blurRad="38100" dist="38100" dir="2700000" algn="tl">
                    <a:srgbClr val="000000">
                      <a:alpha val="43137"/>
                    </a:srgbClr>
                  </a:outerShdw>
                </a:effectLst>
                <a:latin typeface="FrancophilSans" pitchFamily="2" charset="0"/>
              </a:rPr>
              <a:t>A maçonaria se define como uma associação filosófica e filantrópica, que tem por objeto a busca da verdade, a pratica da solidariedade, etc.</a:t>
            </a:r>
          </a:p>
        </p:txBody>
      </p:sp>
      <p:pic>
        <p:nvPicPr>
          <p:cNvPr id="5" name="4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142844" y="142852"/>
            <a:ext cx="648233" cy="714380"/>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2</a:t>
            </a:fld>
            <a:endParaRPr lang="pt-BR"/>
          </a:p>
        </p:txBody>
      </p:sp>
      <p:pic>
        <p:nvPicPr>
          <p:cNvPr id="7" name="6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childTnLst>
                                </p:cTn>
                              </p:par>
                            </p:childTnLst>
                          </p:cTn>
                        </p:par>
                        <p:par>
                          <p:cTn id="8" fill="hold">
                            <p:stCondLst>
                              <p:cond delay="2000"/>
                            </p:stCondLst>
                            <p:childTnLst>
                              <p:par>
                                <p:cTn id="9" presetID="53"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p:cTn id="11" dur="3000" fill="hold"/>
                                        <p:tgtEl>
                                          <p:spTgt spid="5"/>
                                        </p:tgtEl>
                                        <p:attrNameLst>
                                          <p:attrName>ppt_w</p:attrName>
                                        </p:attrNameLst>
                                      </p:cBhvr>
                                      <p:tavLst>
                                        <p:tav tm="0">
                                          <p:val>
                                            <p:fltVal val="0"/>
                                          </p:val>
                                        </p:tav>
                                        <p:tav tm="100000">
                                          <p:val>
                                            <p:strVal val="#ppt_w"/>
                                          </p:val>
                                        </p:tav>
                                      </p:tavLst>
                                    </p:anim>
                                    <p:anim calcmode="lin" valueType="num">
                                      <p:cBhvr>
                                        <p:cTn id="12" dur="3000" fill="hold"/>
                                        <p:tgtEl>
                                          <p:spTgt spid="5"/>
                                        </p:tgtEl>
                                        <p:attrNameLst>
                                          <p:attrName>ppt_h</p:attrName>
                                        </p:attrNameLst>
                                      </p:cBhvr>
                                      <p:tavLst>
                                        <p:tav tm="0">
                                          <p:val>
                                            <p:fltVal val="0"/>
                                          </p:val>
                                        </p:tav>
                                        <p:tav tm="100000">
                                          <p:val>
                                            <p:strVal val="#ppt_h"/>
                                          </p:val>
                                        </p:tav>
                                      </p:tavLst>
                                    </p:anim>
                                    <p:animEffect transition="in" filter="fade">
                                      <p:cBhvr>
                                        <p:cTn id="13" dur="3000"/>
                                        <p:tgtEl>
                                          <p:spTgt spid="5"/>
                                        </p:tgtEl>
                                      </p:cBhvr>
                                    </p:animEffect>
                                  </p:childTnLst>
                                </p:cTn>
                              </p:par>
                            </p:childTnLst>
                          </p:cTn>
                        </p:par>
                        <p:par>
                          <p:cTn id="14" fill="hold">
                            <p:stCondLst>
                              <p:cond delay="5000"/>
                            </p:stCondLst>
                            <p:childTnLst>
                              <p:par>
                                <p:cTn id="15" presetID="53" presetClass="entr" presetSubtype="0" fill="hold" grpId="0" nodeType="afterEffect">
                                  <p:stCondLst>
                                    <p:cond delay="0"/>
                                  </p:stCondLst>
                                  <p:iterate type="lt">
                                    <p:tmPct val="10000"/>
                                  </p:iterate>
                                  <p:childTnLst>
                                    <p:set>
                                      <p:cBhvr>
                                        <p:cTn id="16" dur="1"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fltVal val="0"/>
                                          </p:val>
                                        </p:tav>
                                        <p:tav tm="100000">
                                          <p:val>
                                            <p:strVal val="#ppt_w"/>
                                          </p:val>
                                        </p:tav>
                                      </p:tavLst>
                                    </p:anim>
                                    <p:anim calcmode="lin" valueType="num">
                                      <p:cBhvr>
                                        <p:cTn id="18" dur="1000" fill="hold"/>
                                        <p:tgtEl>
                                          <p:spTgt spid="15"/>
                                        </p:tgtEl>
                                        <p:attrNameLst>
                                          <p:attrName>ppt_h</p:attrName>
                                        </p:attrNameLst>
                                      </p:cBhvr>
                                      <p:tavLst>
                                        <p:tav tm="0">
                                          <p:val>
                                            <p:fltVal val="0"/>
                                          </p:val>
                                        </p:tav>
                                        <p:tav tm="100000">
                                          <p:val>
                                            <p:strVal val="#ppt_h"/>
                                          </p:val>
                                        </p:tav>
                                      </p:tavLst>
                                    </p:anim>
                                    <p:animEffect transition="in" filter="fade">
                                      <p:cBhvr>
                                        <p:cTn id="19"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642910" y="4248630"/>
            <a:ext cx="7858180" cy="1823576"/>
          </a:xfrm>
          <a:prstGeom prst="rect">
            <a:avLst/>
          </a:prstGeom>
          <a:noFill/>
        </p:spPr>
        <p:txBody>
          <a:bodyPr wrap="square" rtlCol="0">
            <a:spAutoFit/>
          </a:bodyPr>
          <a:lstStyle/>
          <a:p>
            <a:pPr algn="ctr">
              <a:lnSpc>
                <a:spcPts val="4500"/>
              </a:lnSpc>
            </a:pPr>
            <a:r>
              <a:rPr lang="pt-BR" sz="2800" b="1" dirty="0" smtClean="0">
                <a:effectLst>
                  <a:outerShdw blurRad="38100" dist="38100" dir="2700000" algn="tl">
                    <a:srgbClr val="000000">
                      <a:alpha val="43137"/>
                    </a:srgbClr>
                  </a:outerShdw>
                </a:effectLst>
                <a:latin typeface="FrancophilSans" pitchFamily="2" charset="0"/>
              </a:rPr>
              <a:t>Um Mestre maçom tem deveres a cumprir, relacionados com essas qualidades e condição, é dizer, filosófica e filantrópica, além das outras.</a:t>
            </a:r>
          </a:p>
        </p:txBody>
      </p:sp>
      <p:pic>
        <p:nvPicPr>
          <p:cNvPr id="16" name="Picture 8" descr="Masonería (parte IV): Orígenes"/>
          <p:cNvPicPr>
            <a:picLocks noChangeAspect="1" noChangeArrowheads="1"/>
          </p:cNvPicPr>
          <p:nvPr/>
        </p:nvPicPr>
        <p:blipFill>
          <a:blip r:embed="rId4"/>
          <a:srcRect/>
          <a:stretch>
            <a:fillRect/>
          </a:stretch>
        </p:blipFill>
        <p:spPr bwMode="auto">
          <a:xfrm>
            <a:off x="2500298" y="1311307"/>
            <a:ext cx="4143404" cy="240344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3</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Na pintura de Rafael Sanzio, Platão e Aristóteles aparecem no centro da imagem. Platão, com o dedo apontado para o alto, refere-se ao mundo das ideias, e Aristóteles, à sua direita, refere-se à matéria e à forma."/>
          <p:cNvPicPr>
            <a:picLocks noChangeAspect="1" noChangeArrowheads="1"/>
          </p:cNvPicPr>
          <p:nvPr/>
        </p:nvPicPr>
        <p:blipFill>
          <a:blip r:embed="rId3"/>
          <a:srcRect/>
          <a:stretch>
            <a:fillRect/>
          </a:stretch>
        </p:blipFill>
        <p:spPr bwMode="auto">
          <a:xfrm>
            <a:off x="-1478" y="813245"/>
            <a:ext cx="9145478" cy="6030823"/>
          </a:xfrm>
          <a:prstGeom prst="rect">
            <a:avLst/>
          </a:prstGeom>
          <a:noFill/>
        </p:spPr>
      </p:pic>
      <p:pic>
        <p:nvPicPr>
          <p:cNvPr id="5"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214282" y="1500174"/>
            <a:ext cx="8715436" cy="1938992"/>
          </a:xfrm>
          <a:prstGeom prst="rect">
            <a:avLst/>
          </a:prstGeom>
          <a:noFill/>
        </p:spPr>
        <p:txBody>
          <a:bodyPr wrap="square" rtlCol="0">
            <a:spAutoFit/>
          </a:bodyPr>
          <a:lstStyle/>
          <a:p>
            <a:pPr algn="ctr">
              <a:lnSpc>
                <a:spcPts val="3600"/>
              </a:lnSpc>
            </a:pPr>
            <a:r>
              <a:rPr lang="pt-BR" sz="2800" dirty="0" smtClean="0">
                <a:solidFill>
                  <a:schemeClr val="bg1">
                    <a:lumMod val="95000"/>
                  </a:schemeClr>
                </a:solidFill>
                <a:effectLst>
                  <a:outerShdw blurRad="38100" dist="38100" dir="2700000" algn="tl">
                    <a:srgbClr val="000000">
                      <a:alpha val="43137"/>
                    </a:srgbClr>
                  </a:outerShdw>
                </a:effectLst>
                <a:latin typeface="FrancophilSans" pitchFamily="2" charset="0"/>
              </a:rPr>
              <a:t>A palavra FILOSOFIA vem dos termos gregos “</a:t>
            </a:r>
            <a:r>
              <a:rPr lang="pt-BR" sz="2800" dirty="0" err="1" smtClean="0">
                <a:solidFill>
                  <a:schemeClr val="bg1">
                    <a:lumMod val="95000"/>
                  </a:schemeClr>
                </a:solidFill>
                <a:effectLst>
                  <a:outerShdw blurRad="38100" dist="38100" dir="2700000" algn="tl">
                    <a:srgbClr val="000000">
                      <a:alpha val="43137"/>
                    </a:srgbClr>
                  </a:outerShdw>
                </a:effectLst>
                <a:latin typeface="FrancophilSans" pitchFamily="2" charset="0"/>
              </a:rPr>
              <a:t>phileo</a:t>
            </a:r>
            <a:r>
              <a:rPr lang="pt-BR" sz="2800" dirty="0" smtClean="0">
                <a:solidFill>
                  <a:schemeClr val="bg1">
                    <a:lumMod val="95000"/>
                  </a:schemeClr>
                </a:solidFill>
                <a:effectLst>
                  <a:outerShdw blurRad="38100" dist="38100" dir="2700000" algn="tl">
                    <a:srgbClr val="000000">
                      <a:alpha val="43137"/>
                    </a:srgbClr>
                  </a:outerShdw>
                </a:effectLst>
                <a:latin typeface="FrancophilSans" pitchFamily="2" charset="0"/>
              </a:rPr>
              <a:t>” e “</a:t>
            </a:r>
            <a:r>
              <a:rPr lang="pt-BR" sz="2800" dirty="0" err="1" smtClean="0">
                <a:solidFill>
                  <a:schemeClr val="bg1">
                    <a:lumMod val="95000"/>
                  </a:schemeClr>
                </a:solidFill>
                <a:effectLst>
                  <a:outerShdw blurRad="38100" dist="38100" dir="2700000" algn="tl">
                    <a:srgbClr val="000000">
                      <a:alpha val="43137"/>
                    </a:srgbClr>
                  </a:outerShdw>
                </a:effectLst>
                <a:latin typeface="FrancophilSans" pitchFamily="2" charset="0"/>
              </a:rPr>
              <a:t>sophia</a:t>
            </a:r>
            <a:r>
              <a:rPr lang="pt-BR" sz="2800" dirty="0" smtClean="0">
                <a:solidFill>
                  <a:schemeClr val="bg1">
                    <a:lumMod val="95000"/>
                  </a:schemeClr>
                </a:solidFill>
                <a:effectLst>
                  <a:outerShdw blurRad="38100" dist="38100" dir="2700000" algn="tl">
                    <a:srgbClr val="000000">
                      <a:alpha val="43137"/>
                    </a:srgbClr>
                  </a:outerShdw>
                </a:effectLst>
                <a:latin typeface="FrancophilSans" pitchFamily="2" charset="0"/>
              </a:rPr>
              <a:t>” e pode ser traduzida como “amor à sabedoria”.</a:t>
            </a:r>
          </a:p>
          <a:p>
            <a:pPr algn="ctr">
              <a:lnSpc>
                <a:spcPts val="3600"/>
              </a:lnSpc>
            </a:pPr>
            <a:r>
              <a:rPr lang="pt-BR" sz="2800" dirty="0" smtClean="0">
                <a:solidFill>
                  <a:schemeClr val="bg1">
                    <a:lumMod val="95000"/>
                  </a:schemeClr>
                </a:solidFill>
                <a:effectLst>
                  <a:outerShdw blurRad="38100" dist="38100" dir="2700000" algn="tl">
                    <a:srgbClr val="000000">
                      <a:alpha val="43137"/>
                    </a:srgbClr>
                  </a:outerShdw>
                </a:effectLst>
                <a:latin typeface="FrancophilSans" pitchFamily="2" charset="0"/>
              </a:rPr>
              <a:t>A filosofia difere do conhecimento porque busca a verdade, independentemente da natureza útil dela.</a:t>
            </a:r>
          </a:p>
        </p:txBody>
      </p:sp>
      <p:pic>
        <p:nvPicPr>
          <p:cNvPr id="4" name="3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7" name="6 Marcador de número de diapositiva"/>
          <p:cNvSpPr>
            <a:spLocks noGrp="1"/>
          </p:cNvSpPr>
          <p:nvPr>
            <p:ph type="sldNum" sz="quarter" idx="12"/>
          </p:nvPr>
        </p:nvSpPr>
        <p:spPr/>
        <p:txBody>
          <a:bodyPr/>
          <a:lstStyle/>
          <a:p>
            <a:fld id="{4171F0A2-0D57-4026-9174-822EA1BAEC0C}" type="slidenum">
              <a:rPr lang="pt-BR" smtClean="0"/>
              <a:pPr/>
              <a:t>4</a:t>
            </a:fld>
            <a:endParaRPr lang="pt-BR"/>
          </a:p>
        </p:txBody>
      </p:sp>
      <p:pic>
        <p:nvPicPr>
          <p:cNvPr id="9" name="8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11"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428728" y="1821522"/>
            <a:ext cx="6215106" cy="607346"/>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FILANTROPIA</a:t>
            </a:r>
          </a:p>
        </p:txBody>
      </p:sp>
      <p:sp>
        <p:nvSpPr>
          <p:cNvPr id="5" name="4 Rectángulo"/>
          <p:cNvSpPr/>
          <p:nvPr/>
        </p:nvSpPr>
        <p:spPr>
          <a:xfrm>
            <a:off x="1071538" y="3071810"/>
            <a:ext cx="6929486" cy="2400657"/>
          </a:xfrm>
          <a:prstGeom prst="rect">
            <a:avLst/>
          </a:prstGeom>
        </p:spPr>
        <p:txBody>
          <a:bodyPr wrap="square">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 etimologia da palavra filantropia vem das expressões gregas </a:t>
            </a:r>
            <a:r>
              <a:rPr lang="pt-BR" sz="2400" dirty="0" err="1" smtClean="0">
                <a:effectLst>
                  <a:outerShdw blurRad="38100" dist="38100" dir="2700000" algn="tl">
                    <a:srgbClr val="000000">
                      <a:alpha val="43137"/>
                    </a:srgbClr>
                  </a:outerShdw>
                </a:effectLst>
                <a:latin typeface="FrancophilSans" pitchFamily="2" charset="0"/>
              </a:rPr>
              <a:t>philos</a:t>
            </a:r>
            <a:r>
              <a:rPr lang="pt-BR" sz="2400" dirty="0" smtClean="0">
                <a:effectLst>
                  <a:outerShdw blurRad="38100" dist="38100" dir="2700000" algn="tl">
                    <a:srgbClr val="000000">
                      <a:alpha val="43137"/>
                    </a:srgbClr>
                  </a:outerShdw>
                </a:effectLst>
                <a:latin typeface="FrancophilSans" pitchFamily="2" charset="0"/>
              </a:rPr>
              <a:t> e </a:t>
            </a:r>
            <a:r>
              <a:rPr lang="pt-BR" sz="2400" dirty="0" err="1" smtClean="0">
                <a:effectLst>
                  <a:outerShdw blurRad="38100" dist="38100" dir="2700000" algn="tl">
                    <a:srgbClr val="000000">
                      <a:alpha val="43137"/>
                    </a:srgbClr>
                  </a:outerShdw>
                </a:effectLst>
                <a:latin typeface="FrancophilSans" pitchFamily="2" charset="0"/>
              </a:rPr>
              <a:t>anthropos</a:t>
            </a:r>
            <a:r>
              <a:rPr lang="pt-BR" sz="2400" dirty="0" smtClean="0">
                <a:effectLst>
                  <a:outerShdw blurRad="38100" dist="38100" dir="2700000" algn="tl">
                    <a:srgbClr val="000000">
                      <a:alpha val="43137"/>
                    </a:srgbClr>
                  </a:outerShdw>
                </a:effectLst>
                <a:latin typeface="FrancophilSans" pitchFamily="2" charset="0"/>
              </a:rPr>
              <a:t> que conjugadas, traduzem-se livremente como "amor" e "ser humano". Logo, cabe a interpretação de que a palavra filantropia significaria amor ao ser humano, ou à humanidade.</a:t>
            </a:r>
          </a:p>
        </p:txBody>
      </p:sp>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Rectángulo"/>
          <p:cNvSpPr/>
          <p:nvPr/>
        </p:nvSpPr>
        <p:spPr>
          <a:xfrm>
            <a:off x="285720" y="6000768"/>
            <a:ext cx="8572560" cy="307777"/>
          </a:xfrm>
          <a:prstGeom prst="rect">
            <a:avLst/>
          </a:prstGeom>
        </p:spPr>
        <p:txBody>
          <a:bodyPr wrap="square">
            <a:spAutoFit/>
          </a:bodyPr>
          <a:lstStyle/>
          <a:p>
            <a:pPr algn="ctr"/>
            <a:r>
              <a:rPr lang="pt-BR" sz="1400" b="1" dirty="0" smtClean="0">
                <a:solidFill>
                  <a:schemeClr val="accent1">
                    <a:lumMod val="75000"/>
                  </a:schemeClr>
                </a:solidFill>
                <a:latin typeface="FrancophilSans" pitchFamily="2" charset="0"/>
              </a:rPr>
              <a:t>https://www.migalhas.com.br/depeso/230642/filantropia--breve-historico-e-analise-comparativa</a:t>
            </a:r>
            <a:endParaRPr lang="pt-BR" sz="1400" b="1" dirty="0">
              <a:solidFill>
                <a:schemeClr val="accent1">
                  <a:lumMod val="75000"/>
                </a:schemeClr>
              </a:solidFill>
              <a:latin typeface="FrancophilSans" pitchFamily="2" charset="0"/>
            </a:endParaRPr>
          </a:p>
        </p:txBody>
      </p:sp>
      <p:sp>
        <p:nvSpPr>
          <p:cNvPr id="12" name="11 Marcador de número de diapositiva"/>
          <p:cNvSpPr>
            <a:spLocks noGrp="1"/>
          </p:cNvSpPr>
          <p:nvPr>
            <p:ph type="sldNum" sz="quarter" idx="12"/>
          </p:nvPr>
        </p:nvSpPr>
        <p:spPr/>
        <p:txBody>
          <a:bodyPr/>
          <a:lstStyle/>
          <a:p>
            <a:fld id="{4171F0A2-0D57-4026-9174-822EA1BAEC0C}" type="slidenum">
              <a:rPr lang="pt-BR" smtClean="0"/>
              <a:pPr/>
              <a:t>5</a:t>
            </a:fld>
            <a:endParaRPr lang="pt-BR"/>
          </a:p>
        </p:txBody>
      </p:sp>
      <p:pic>
        <p:nvPicPr>
          <p:cNvPr id="13" name="12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12"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5" name="4 Rectángulo"/>
          <p:cNvSpPr/>
          <p:nvPr/>
        </p:nvSpPr>
        <p:spPr>
          <a:xfrm>
            <a:off x="1071538" y="2885731"/>
            <a:ext cx="7000924" cy="2400657"/>
          </a:xfrm>
          <a:prstGeom prst="rect">
            <a:avLst/>
          </a:prstGeom>
        </p:spPr>
        <p:txBody>
          <a:bodyPr wrap="square">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 expressão carrega em sua origem a intenção do ato característico ao ser humano de, individual ou coletivamente ajudar ao próximo sem esperar retribuição por seu ato ou, como a sabedoria popular consagrou: "fazer o bem sem olhar a quem“.</a:t>
            </a:r>
          </a:p>
        </p:txBody>
      </p:sp>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0" name="9 CuadroTexto"/>
          <p:cNvSpPr txBox="1"/>
          <p:nvPr/>
        </p:nvSpPr>
        <p:spPr>
          <a:xfrm>
            <a:off x="1428728" y="1821522"/>
            <a:ext cx="6215106" cy="607346"/>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FILANTROPIA</a:t>
            </a:r>
          </a:p>
        </p:txBody>
      </p:sp>
      <p:sp>
        <p:nvSpPr>
          <p:cNvPr id="13" name="12 Rectángulo"/>
          <p:cNvSpPr/>
          <p:nvPr/>
        </p:nvSpPr>
        <p:spPr>
          <a:xfrm>
            <a:off x="285720" y="6000768"/>
            <a:ext cx="8572560" cy="307777"/>
          </a:xfrm>
          <a:prstGeom prst="rect">
            <a:avLst/>
          </a:prstGeom>
        </p:spPr>
        <p:txBody>
          <a:bodyPr wrap="square">
            <a:spAutoFit/>
          </a:bodyPr>
          <a:lstStyle/>
          <a:p>
            <a:pPr algn="ctr"/>
            <a:r>
              <a:rPr lang="pt-BR" sz="1400" b="1" dirty="0" smtClean="0">
                <a:solidFill>
                  <a:schemeClr val="accent1">
                    <a:lumMod val="75000"/>
                  </a:schemeClr>
                </a:solidFill>
                <a:latin typeface="FrancophilSans" pitchFamily="2" charset="0"/>
              </a:rPr>
              <a:t>https://www.migalhas.com.br/depeso/230642/filantropia--breve-historico-e-analise-comparativa</a:t>
            </a:r>
            <a:endParaRPr lang="pt-BR" sz="1400" b="1" dirty="0">
              <a:solidFill>
                <a:schemeClr val="accent1">
                  <a:lumMod val="75000"/>
                </a:schemeClr>
              </a:solidFill>
              <a:latin typeface="FrancophilSans" pitchFamily="2" charset="0"/>
            </a:endParaRPr>
          </a:p>
        </p:txBody>
      </p:sp>
      <p:sp>
        <p:nvSpPr>
          <p:cNvPr id="9" name="8 Marcador de número de diapositiva"/>
          <p:cNvSpPr>
            <a:spLocks noGrp="1"/>
          </p:cNvSpPr>
          <p:nvPr>
            <p:ph type="sldNum" sz="quarter" idx="12"/>
          </p:nvPr>
        </p:nvSpPr>
        <p:spPr/>
        <p:txBody>
          <a:bodyPr/>
          <a:lstStyle/>
          <a:p>
            <a:fld id="{4171F0A2-0D57-4026-9174-822EA1BAEC0C}" type="slidenum">
              <a:rPr lang="pt-BR" smtClean="0"/>
              <a:pPr/>
              <a:t>6</a:t>
            </a:fld>
            <a:endParaRPr lang="pt-BR"/>
          </a:p>
        </p:txBody>
      </p:sp>
      <p:pic>
        <p:nvPicPr>
          <p:cNvPr id="14" name="13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9"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2066" name="Picture 18" descr="A pratica da filantropia é uma das mais... Dhener - Pensador"/>
          <p:cNvPicPr>
            <a:picLocks noChangeAspect="1" noChangeArrowheads="1"/>
          </p:cNvPicPr>
          <p:nvPr/>
        </p:nvPicPr>
        <p:blipFill>
          <a:blip r:embed="rId4"/>
          <a:srcRect/>
          <a:stretch>
            <a:fillRect/>
          </a:stretch>
        </p:blipFill>
        <p:spPr bwMode="auto">
          <a:xfrm>
            <a:off x="3214678" y="1071546"/>
            <a:ext cx="5377438" cy="2813512"/>
          </a:xfrm>
          <a:prstGeom prst="rect">
            <a:avLst/>
          </a:prstGeom>
          <a:noFill/>
        </p:spPr>
      </p:pic>
      <p:pic>
        <p:nvPicPr>
          <p:cNvPr id="2068" name="Picture 20" descr="Não há outra forma de filantropia se... Bruno Ribeiro - Pensador"/>
          <p:cNvPicPr>
            <a:picLocks noChangeAspect="1" noChangeArrowheads="1"/>
          </p:cNvPicPr>
          <p:nvPr/>
        </p:nvPicPr>
        <p:blipFill>
          <a:blip r:embed="rId5"/>
          <a:srcRect/>
          <a:stretch>
            <a:fillRect/>
          </a:stretch>
        </p:blipFill>
        <p:spPr bwMode="auto">
          <a:xfrm>
            <a:off x="500035" y="4022262"/>
            <a:ext cx="4873808" cy="2550009"/>
          </a:xfrm>
          <a:prstGeom prst="rect">
            <a:avLst/>
          </a:prstGeom>
          <a:noFill/>
        </p:spPr>
      </p:pic>
      <p:pic>
        <p:nvPicPr>
          <p:cNvPr id="6" name="5 Imagen" descr="compasorogiratorio  02.GIF"/>
          <p:cNvPicPr>
            <a:picLocks noChangeAspect="1"/>
          </p:cNvPicPr>
          <p:nvPr/>
        </p:nvPicPr>
        <p:blipFill>
          <a:blip r:embed="rId6">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7" name="6 Marcador de número de diapositiva"/>
          <p:cNvSpPr>
            <a:spLocks noGrp="1"/>
          </p:cNvSpPr>
          <p:nvPr>
            <p:ph type="sldNum" sz="quarter" idx="12"/>
          </p:nvPr>
        </p:nvSpPr>
        <p:spPr/>
        <p:txBody>
          <a:bodyPr/>
          <a:lstStyle/>
          <a:p>
            <a:fld id="{4171F0A2-0D57-4026-9174-822EA1BAEC0C}" type="slidenum">
              <a:rPr lang="pt-BR" smtClean="0"/>
              <a:pPr/>
              <a:t>7</a:t>
            </a:fld>
            <a:endParaRPr lang="pt-BR"/>
          </a:p>
        </p:txBody>
      </p:sp>
      <p:pic>
        <p:nvPicPr>
          <p:cNvPr id="10" name="9 Imagen" descr="logo HD 2019 trans.png"/>
          <p:cNvPicPr>
            <a:picLocks noChangeAspect="1"/>
          </p:cNvPicPr>
          <p:nvPr/>
        </p:nvPicPr>
        <p:blipFill>
          <a:blip r:embed="rId7"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6"/>
                                        </p:tgtEl>
                                        <p:attrNameLst>
                                          <p:attrName>style.visibility</p:attrName>
                                        </p:attrNameLst>
                                      </p:cBhvr>
                                      <p:to>
                                        <p:strVal val="visible"/>
                                      </p:to>
                                    </p:set>
                                    <p:animEffect transition="in" filter="fade">
                                      <p:cBhvr>
                                        <p:cTn id="7" dur="2000"/>
                                        <p:tgtEl>
                                          <p:spTgt spid="2066"/>
                                        </p:tgtEl>
                                      </p:cBhvr>
                                    </p:animEffect>
                                  </p:childTnLst>
                                </p:cTn>
                              </p:par>
                              <p:par>
                                <p:cTn id="8" presetID="10" presetClass="entr" presetSubtype="0" fill="hold" nodeType="withEffect">
                                  <p:stCondLst>
                                    <p:cond delay="0"/>
                                  </p:stCondLst>
                                  <p:childTnLst>
                                    <p:set>
                                      <p:cBhvr>
                                        <p:cTn id="9" dur="1" fill="hold">
                                          <p:stCondLst>
                                            <p:cond delay="0"/>
                                          </p:stCondLst>
                                        </p:cTn>
                                        <p:tgtEl>
                                          <p:spTgt spid="2068"/>
                                        </p:tgtEl>
                                        <p:attrNameLst>
                                          <p:attrName>style.visibility</p:attrName>
                                        </p:attrNameLst>
                                      </p:cBhvr>
                                      <p:to>
                                        <p:strVal val="visible"/>
                                      </p:to>
                                    </p:set>
                                    <p:animEffect transition="in" filter="fade">
                                      <p:cBhvr>
                                        <p:cTn id="10" dur="2000"/>
                                        <p:tgtEl>
                                          <p:spTgt spid="2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2080" name="Picture 32" descr="John D Rockefeller: A melhor filantropia é procurar a causa e procurar ..."/>
          <p:cNvPicPr>
            <a:picLocks noChangeAspect="1" noChangeArrowheads="1"/>
          </p:cNvPicPr>
          <p:nvPr/>
        </p:nvPicPr>
        <p:blipFill>
          <a:blip r:embed="rId4"/>
          <a:srcRect t="13522"/>
          <a:stretch>
            <a:fillRect/>
          </a:stretch>
        </p:blipFill>
        <p:spPr bwMode="auto">
          <a:xfrm>
            <a:off x="2357422" y="1571612"/>
            <a:ext cx="4405776" cy="4572032"/>
          </a:xfrm>
          <a:prstGeom prst="rect">
            <a:avLst/>
          </a:prstGeom>
          <a:noFill/>
        </p:spPr>
      </p:pic>
      <p:pic>
        <p:nvPicPr>
          <p:cNvPr id="7" name="6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8</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2072" name="Picture 24" descr="No Brasil não existe filantropia, o que... Betinho - Pensador"/>
          <p:cNvPicPr>
            <a:picLocks noChangeAspect="1" noChangeArrowheads="1"/>
          </p:cNvPicPr>
          <p:nvPr/>
        </p:nvPicPr>
        <p:blipFill>
          <a:blip r:embed="rId4"/>
          <a:srcRect/>
          <a:stretch>
            <a:fillRect/>
          </a:stretch>
        </p:blipFill>
        <p:spPr bwMode="auto">
          <a:xfrm>
            <a:off x="785786" y="1857364"/>
            <a:ext cx="7373096" cy="385765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7" name="6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9</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5000">
    <p:wedge/>
    <p:sndAc>
      <p:stSnd>
        <p:snd r:embed="rId2" name="hammer.wav" builtIn="1"/>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571604" y="1643050"/>
            <a:ext cx="5929354" cy="1200329"/>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situação da maçonaria no mundo, especialmente no Brasil, está gerando uma serie de efeitos negativos em seus membros...</a:t>
            </a:r>
          </a:p>
        </p:txBody>
      </p:sp>
      <p:pic>
        <p:nvPicPr>
          <p:cNvPr id="14" name="Picture 9" descr="United States Masonic Membership since 1924"/>
          <p:cNvPicPr>
            <a:picLocks noChangeAspect="1" noChangeArrowheads="1"/>
          </p:cNvPicPr>
          <p:nvPr/>
        </p:nvPicPr>
        <p:blipFill>
          <a:blip r:embed="rId4"/>
          <a:srcRect r="22639" b="4020"/>
          <a:stretch>
            <a:fillRect/>
          </a:stretch>
        </p:blipFill>
        <p:spPr bwMode="auto">
          <a:xfrm>
            <a:off x="642910" y="3071810"/>
            <a:ext cx="7805671" cy="3410373"/>
          </a:xfrm>
          <a:prstGeom prst="rect">
            <a:avLst/>
          </a:prstGeom>
          <a:noFill/>
        </p:spPr>
      </p:pic>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10</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9"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571604" y="1428736"/>
            <a:ext cx="6000792"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 que passam por perda de interesse, de rompimento do membro com a associação, de erradas mudanças nas condutas dos membros, das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assim como das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a:t>
            </a:r>
          </a:p>
        </p:txBody>
      </p:sp>
      <p:pic>
        <p:nvPicPr>
          <p:cNvPr id="10" name="Picture 10" descr="No hay ninguna descripción de la foto disponible."/>
          <p:cNvPicPr>
            <a:picLocks noChangeAspect="1" noChangeArrowheads="1"/>
          </p:cNvPicPr>
          <p:nvPr/>
        </p:nvPicPr>
        <p:blipFill>
          <a:blip r:embed="rId4"/>
          <a:srcRect l="19929" t="23982" r="18169" b="12460"/>
          <a:stretch>
            <a:fillRect/>
          </a:stretch>
        </p:blipFill>
        <p:spPr bwMode="auto">
          <a:xfrm>
            <a:off x="3223044" y="3143248"/>
            <a:ext cx="5635236" cy="3253030"/>
          </a:xfrm>
          <a:prstGeom prst="rect">
            <a:avLst/>
          </a:prstGeom>
          <a:noFill/>
        </p:spPr>
      </p:pic>
      <p:pic>
        <p:nvPicPr>
          <p:cNvPr id="11" name="Picture 10" descr="No hay ninguna descripción de la foto disponible."/>
          <p:cNvPicPr>
            <a:picLocks noChangeAspect="1" noChangeArrowheads="1"/>
          </p:cNvPicPr>
          <p:nvPr/>
        </p:nvPicPr>
        <p:blipFill>
          <a:blip r:embed="rId4"/>
          <a:srcRect l="29934" t="2542" r="26470" b="87288"/>
          <a:stretch>
            <a:fillRect/>
          </a:stretch>
        </p:blipFill>
        <p:spPr bwMode="auto">
          <a:xfrm>
            <a:off x="222648" y="5965308"/>
            <a:ext cx="3286148" cy="430970"/>
          </a:xfrm>
          <a:prstGeom prst="rect">
            <a:avLst/>
          </a:prstGeom>
          <a:noFill/>
        </p:spPr>
      </p:pic>
      <p:pic>
        <p:nvPicPr>
          <p:cNvPr id="8" name="7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2" name="11 Marcador de número de diapositiva"/>
          <p:cNvSpPr>
            <a:spLocks noGrp="1"/>
          </p:cNvSpPr>
          <p:nvPr>
            <p:ph type="sldNum" sz="quarter" idx="12"/>
          </p:nvPr>
        </p:nvSpPr>
        <p:spPr/>
        <p:txBody>
          <a:bodyPr/>
          <a:lstStyle/>
          <a:p>
            <a:fld id="{4171F0A2-0D57-4026-9174-822EA1BAEC0C}" type="slidenum">
              <a:rPr lang="pt-BR" smtClean="0"/>
              <a:pPr/>
              <a:t>11</a:t>
            </a:fld>
            <a:endParaRPr lang="pt-BR"/>
          </a:p>
        </p:txBody>
      </p:sp>
      <p:pic>
        <p:nvPicPr>
          <p:cNvPr id="13" name="12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0000">
    <p:wedge/>
    <p:sndAc>
      <p:stSnd>
        <p:snd r:embed="rId2" name="hammer.wav" builtIn="1"/>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857224" y="1502150"/>
            <a:ext cx="7358114"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A falta de instrução, ou pior, de instruções erradas, o mal exemplo, a situação econômica que afeita a muitos membros, enfim, todo isto gera conseqüências que produzem efeitos pouco ou nada favoráveis aos membros.</a:t>
            </a:r>
          </a:p>
        </p:txBody>
      </p:sp>
      <p:pic>
        <p:nvPicPr>
          <p:cNvPr id="16400" name="Picture 16" descr="http://bessel.org/massta20.gif"/>
          <p:cNvPicPr>
            <a:picLocks noChangeAspect="1" noChangeArrowheads="1"/>
          </p:cNvPicPr>
          <p:nvPr/>
        </p:nvPicPr>
        <p:blipFill>
          <a:blip r:embed="rId4"/>
          <a:srcRect b="10964"/>
          <a:stretch>
            <a:fillRect/>
          </a:stretch>
        </p:blipFill>
        <p:spPr bwMode="auto">
          <a:xfrm>
            <a:off x="1357290" y="3214686"/>
            <a:ext cx="6077858" cy="3435227"/>
          </a:xfrm>
          <a:prstGeom prst="rect">
            <a:avLst/>
          </a:prstGeom>
          <a:noFill/>
        </p:spPr>
      </p:pic>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12</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0000">
    <p:wedge/>
    <p:sndAc>
      <p:stSnd>
        <p:snd r:embed="rId2" name="hammer.wav" builtIn="1"/>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357290" y="1502150"/>
            <a:ext cx="6500858" cy="1432315"/>
          </a:xfrm>
          <a:custGeom>
            <a:avLst/>
            <a:gdLst>
              <a:gd name="connsiteX0" fmla="*/ 0 w 2500330"/>
              <a:gd name="connsiteY0" fmla="*/ 0 h 5324535"/>
              <a:gd name="connsiteX1" fmla="*/ 2500330 w 2500330"/>
              <a:gd name="connsiteY1" fmla="*/ 0 h 5324535"/>
              <a:gd name="connsiteX2" fmla="*/ 2500330 w 2500330"/>
              <a:gd name="connsiteY2" fmla="*/ 5324535 h 5324535"/>
              <a:gd name="connsiteX3" fmla="*/ 0 w 2500330"/>
              <a:gd name="connsiteY3" fmla="*/ 5324535 h 5324535"/>
              <a:gd name="connsiteX4" fmla="*/ 0 w 2500330"/>
              <a:gd name="connsiteY4" fmla="*/ 0 h 532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330" h="5324535">
                <a:moveTo>
                  <a:pt x="0" y="0"/>
                </a:moveTo>
                <a:lnTo>
                  <a:pt x="2500330" y="0"/>
                </a:lnTo>
                <a:lnTo>
                  <a:pt x="2500330" y="5324535"/>
                </a:lnTo>
                <a:lnTo>
                  <a:pt x="0" y="5324535"/>
                </a:lnTo>
                <a:lnTo>
                  <a:pt x="0" y="0"/>
                </a:lnTo>
                <a:close/>
              </a:path>
            </a:pathLst>
          </a:cu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As medidas que estão sendo feitas por alguns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 Grandes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estão mais dirigidas a aumentar as iniciações, os pagamentos e aprofundar sanções...</a:t>
            </a:r>
          </a:p>
        </p:txBody>
      </p:sp>
      <p:pic>
        <p:nvPicPr>
          <p:cNvPr id="31746" name="Picture 2"/>
          <p:cNvPicPr>
            <a:picLocks noChangeAspect="1" noChangeArrowheads="1"/>
          </p:cNvPicPr>
          <p:nvPr/>
        </p:nvPicPr>
        <p:blipFill>
          <a:blip r:embed="rId4" cstate="print"/>
          <a:srcRect/>
          <a:stretch>
            <a:fillRect/>
          </a:stretch>
        </p:blipFill>
        <p:spPr bwMode="auto">
          <a:xfrm>
            <a:off x="1571604" y="3197593"/>
            <a:ext cx="6000792" cy="3374679"/>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13</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1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1746"/>
                                        </p:tgtEl>
                                        <p:attrNameLst>
                                          <p:attrName>style.visibility</p:attrName>
                                        </p:attrNameLst>
                                      </p:cBhvr>
                                      <p:to>
                                        <p:strVal val="visible"/>
                                      </p:to>
                                    </p:set>
                                    <p:animEffect transition="in" filter="fade">
                                      <p:cBhvr>
                                        <p:cTn id="7" dur="2000"/>
                                        <p:tgtEl>
                                          <p:spTgt spid="317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sp>
        <p:nvSpPr>
          <p:cNvPr id="15" name="14 CuadroTexto"/>
          <p:cNvSpPr txBox="1"/>
          <p:nvPr/>
        </p:nvSpPr>
        <p:spPr>
          <a:xfrm>
            <a:off x="1285852" y="1430712"/>
            <a:ext cx="6500858" cy="1432315"/>
          </a:xfrm>
          <a:custGeom>
            <a:avLst/>
            <a:gdLst>
              <a:gd name="connsiteX0" fmla="*/ 0 w 2500330"/>
              <a:gd name="connsiteY0" fmla="*/ 0 h 5324535"/>
              <a:gd name="connsiteX1" fmla="*/ 2500330 w 2500330"/>
              <a:gd name="connsiteY1" fmla="*/ 0 h 5324535"/>
              <a:gd name="connsiteX2" fmla="*/ 2500330 w 2500330"/>
              <a:gd name="connsiteY2" fmla="*/ 5324535 h 5324535"/>
              <a:gd name="connsiteX3" fmla="*/ 0 w 2500330"/>
              <a:gd name="connsiteY3" fmla="*/ 5324535 h 5324535"/>
              <a:gd name="connsiteX4" fmla="*/ 0 w 2500330"/>
              <a:gd name="connsiteY4" fmla="*/ 0 h 53245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0330" h="5324535">
                <a:moveTo>
                  <a:pt x="0" y="0"/>
                </a:moveTo>
                <a:lnTo>
                  <a:pt x="2500330" y="0"/>
                </a:lnTo>
                <a:lnTo>
                  <a:pt x="2500330" y="5324535"/>
                </a:lnTo>
                <a:lnTo>
                  <a:pt x="0" y="5324535"/>
                </a:lnTo>
                <a:lnTo>
                  <a:pt x="0" y="0"/>
                </a:lnTo>
                <a:close/>
              </a:path>
            </a:pathLst>
          </a:cu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 o que está produzindo uma relativa solução ao assunto, especialmente nas </a:t>
            </a:r>
            <a:r>
              <a:rPr lang="pt-BR" sz="2400" dirty="0" err="1" smtClean="0">
                <a:effectLst>
                  <a:outerShdw blurRad="38100" dist="38100" dir="2700000" algn="tl">
                    <a:srgbClr val="000000">
                      <a:alpha val="43137"/>
                    </a:srgbClr>
                  </a:outerShdw>
                </a:effectLst>
                <a:latin typeface="FrancophilSans" pitchFamily="2" charset="0"/>
              </a:rPr>
              <a:t>Logias</a:t>
            </a:r>
            <a:r>
              <a:rPr lang="pt-BR" sz="2400" dirty="0" smtClean="0">
                <a:effectLst>
                  <a:outerShdw blurRad="38100" dist="38100" dir="2700000" algn="tl">
                    <a:srgbClr val="000000">
                      <a:alpha val="43137"/>
                    </a:srgbClr>
                  </a:outerShdw>
                </a:effectLst>
                <a:latin typeface="FrancophilSans" pitchFamily="2" charset="0"/>
              </a:rPr>
              <a:t> e GGLL, mas não nos membros afetados pela situação em geral.</a:t>
            </a:r>
          </a:p>
        </p:txBody>
      </p:sp>
      <p:pic>
        <p:nvPicPr>
          <p:cNvPr id="6" name="5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9" name="Picture 2"/>
          <p:cNvPicPr>
            <a:picLocks noChangeAspect="1" noChangeArrowheads="1"/>
          </p:cNvPicPr>
          <p:nvPr/>
        </p:nvPicPr>
        <p:blipFill>
          <a:blip r:embed="rId5" cstate="print"/>
          <a:srcRect/>
          <a:stretch>
            <a:fillRect/>
          </a:stretch>
        </p:blipFill>
        <p:spPr bwMode="auto">
          <a:xfrm>
            <a:off x="1571604" y="3197593"/>
            <a:ext cx="6000792" cy="3374679"/>
          </a:xfrm>
          <a:prstGeom prst="rect">
            <a:avLst/>
          </a:prstGeom>
          <a:noFill/>
          <a:ln w="9525">
            <a:noFill/>
            <a:miter lim="800000"/>
            <a:headEnd/>
            <a:tailEnd/>
          </a:ln>
          <a:effectLst/>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14</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1000">
    <p:wedge/>
    <p:sndAc>
      <p:stSnd>
        <p:snd r:embed="rId2" name="hammer.wav" builtIn="1"/>
      </p:stSnd>
    </p:sndAc>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Nacimiento y desarrollo de la esfera masónica en América Latina (1717-1914)  | Estudios de la masonería en América Latina y el Caribe"/>
          <p:cNvPicPr>
            <a:picLocks noChangeAspect="1" noChangeArrowheads="1"/>
          </p:cNvPicPr>
          <p:nvPr/>
        </p:nvPicPr>
        <p:blipFill>
          <a:blip r:embed="rId3"/>
          <a:srcRect/>
          <a:stretch>
            <a:fillRect/>
          </a:stretch>
        </p:blipFill>
        <p:spPr bwMode="auto">
          <a:xfrm>
            <a:off x="1071538" y="1785926"/>
            <a:ext cx="6933946" cy="4156907"/>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5"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15</a:t>
            </a:fld>
            <a:endParaRPr lang="pt-BR"/>
          </a:p>
        </p:txBody>
      </p:sp>
      <p:pic>
        <p:nvPicPr>
          <p:cNvPr id="9" name="8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Nacimiento y desarrollo de la esfera masónica en América Latina (1717-1914)  | Estudios de la masonería en América Latina y el Caribe"/>
          <p:cNvPicPr>
            <a:picLocks noChangeAspect="1" noChangeArrowheads="1"/>
          </p:cNvPicPr>
          <p:nvPr/>
        </p:nvPicPr>
        <p:blipFill>
          <a:blip r:embed="rId3"/>
          <a:srcRect/>
          <a:stretch>
            <a:fillRect/>
          </a:stretch>
        </p:blipFill>
        <p:spPr bwMode="auto">
          <a:xfrm>
            <a:off x="819790" y="1785926"/>
            <a:ext cx="7609862" cy="4214842"/>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5"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16</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10"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12" name="11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 name="Picture 7"/>
          <p:cNvPicPr>
            <a:picLocks noChangeAspect="1" noChangeArrowheads="1"/>
          </p:cNvPicPr>
          <p:nvPr/>
        </p:nvPicPr>
        <p:blipFill>
          <a:blip r:embed="rId5"/>
          <a:srcRect/>
          <a:stretch>
            <a:fillRect/>
          </a:stretch>
        </p:blipFill>
        <p:spPr bwMode="auto">
          <a:xfrm>
            <a:off x="1928794" y="3286124"/>
            <a:ext cx="5179225" cy="3452817"/>
          </a:xfrm>
          <a:prstGeom prst="rect">
            <a:avLst/>
          </a:prstGeom>
          <a:noFill/>
          <a:ln w="9525">
            <a:noFill/>
            <a:miter lim="800000"/>
            <a:headEnd/>
            <a:tailEnd/>
          </a:ln>
          <a:effectLst/>
        </p:spPr>
      </p:pic>
      <p:pic>
        <p:nvPicPr>
          <p:cNvPr id="21" name="Picture 12"/>
          <p:cNvPicPr>
            <a:picLocks noChangeAspect="1" noChangeArrowheads="1"/>
          </p:cNvPicPr>
          <p:nvPr/>
        </p:nvPicPr>
        <p:blipFill>
          <a:blip r:embed="rId6" cstate="print"/>
          <a:srcRect/>
          <a:stretch>
            <a:fillRect/>
          </a:stretch>
        </p:blipFill>
        <p:spPr bwMode="auto">
          <a:xfrm>
            <a:off x="0" y="2786059"/>
            <a:ext cx="3172843" cy="1785950"/>
          </a:xfrm>
          <a:prstGeom prst="rect">
            <a:avLst/>
          </a:prstGeom>
          <a:noFill/>
          <a:ln w="9525">
            <a:noFill/>
            <a:miter lim="800000"/>
            <a:headEnd/>
            <a:tailEnd/>
          </a:ln>
          <a:effectLst/>
        </p:spPr>
      </p:pic>
      <p:sp>
        <p:nvSpPr>
          <p:cNvPr id="11" name="10 CuadroTexto"/>
          <p:cNvSpPr txBox="1"/>
          <p:nvPr/>
        </p:nvSpPr>
        <p:spPr>
          <a:xfrm>
            <a:off x="1643042" y="1214422"/>
            <a:ext cx="5786478" cy="1569660"/>
          </a:xfrm>
          <a:prstGeom prst="rect">
            <a:avLst/>
          </a:prstGeom>
          <a:noFill/>
        </p:spPr>
        <p:txBody>
          <a:bodyPr wrap="square" rtlCol="0">
            <a:spAutoFit/>
          </a:bodyPr>
          <a:lstStyle/>
          <a:p>
            <a:pPr algn="ctr"/>
            <a:r>
              <a:rPr lang="pt-BR" sz="2400" dirty="0" smtClean="0">
                <a:effectLst>
                  <a:outerShdw blurRad="38100" dist="38100" dir="2700000" algn="tl">
                    <a:srgbClr val="000000">
                      <a:alpha val="43137"/>
                    </a:srgbClr>
                  </a:outerShdw>
                </a:effectLst>
                <a:latin typeface="FrancophilSans" pitchFamily="2" charset="0"/>
              </a:rPr>
              <a:t>Um Mestre maçom tem deveres a cumprir, relacionados com essas qualidades e condição, é dizer, filosófica e filantrópica, além das outras qualidades e deveres... </a:t>
            </a:r>
          </a:p>
        </p:txBody>
      </p:sp>
      <p:pic>
        <p:nvPicPr>
          <p:cNvPr id="18" name="Picture 4" descr="O Capitólio de Washington D.C."/>
          <p:cNvPicPr>
            <a:picLocks noChangeAspect="1" noChangeArrowheads="1"/>
          </p:cNvPicPr>
          <p:nvPr/>
        </p:nvPicPr>
        <p:blipFill>
          <a:blip r:embed="rId7"/>
          <a:srcRect/>
          <a:stretch>
            <a:fillRect/>
          </a:stretch>
        </p:blipFill>
        <p:spPr bwMode="auto">
          <a:xfrm>
            <a:off x="6656619" y="2714620"/>
            <a:ext cx="2487381" cy="1928826"/>
          </a:xfrm>
          <a:prstGeom prst="rect">
            <a:avLst/>
          </a:prstGeom>
          <a:noFill/>
        </p:spPr>
      </p:pic>
      <p:sp>
        <p:nvSpPr>
          <p:cNvPr id="13" name="12 Marcador de número de diapositiva"/>
          <p:cNvSpPr>
            <a:spLocks noGrp="1"/>
          </p:cNvSpPr>
          <p:nvPr>
            <p:ph type="sldNum" sz="quarter" idx="12"/>
          </p:nvPr>
        </p:nvSpPr>
        <p:spPr/>
        <p:txBody>
          <a:bodyPr/>
          <a:lstStyle/>
          <a:p>
            <a:fld id="{4171F0A2-0D57-4026-9174-822EA1BAEC0C}" type="slidenum">
              <a:rPr lang="pt-BR" smtClean="0"/>
              <a:pPr/>
              <a:t>17</a:t>
            </a:fld>
            <a:endParaRPr lang="pt-BR"/>
          </a:p>
        </p:txBody>
      </p:sp>
      <p:pic>
        <p:nvPicPr>
          <p:cNvPr id="14" name="13 Imagen" descr="logo HD 2019 trans.png"/>
          <p:cNvPicPr>
            <a:picLocks noChangeAspect="1"/>
          </p:cNvPicPr>
          <p:nvPr/>
        </p:nvPicPr>
        <p:blipFill>
          <a:blip r:embed="rId8"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2000"/>
                                        <p:tgtEl>
                                          <p:spTgt spid="21"/>
                                        </p:tgtEl>
                                      </p:cBhvr>
                                    </p:animEffect>
                                  </p:childTnLst>
                                </p:cTn>
                              </p:par>
                              <p:par>
                                <p:cTn id="11" presetID="10"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6" name="15 CuadroTexto"/>
          <p:cNvSpPr txBox="1"/>
          <p:nvPr/>
        </p:nvSpPr>
        <p:spPr>
          <a:xfrm>
            <a:off x="357158" y="1617721"/>
            <a:ext cx="8429684" cy="2811411"/>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Eles, entre outros não menos importantes, no seu tempo, fizeram sua parte, hoje podemos criticar mal ou bem, mas fizeram, pelo menos, deixar o que hoje são nossas pátrias... </a:t>
            </a:r>
          </a:p>
          <a:p>
            <a:pPr algn="ctr">
              <a:lnSpc>
                <a:spcPts val="3600"/>
              </a:lnSpc>
            </a:pPr>
            <a:endParaRPr lang="pt-BR" sz="2400" dirty="0" smtClean="0">
              <a:effectLst>
                <a:outerShdw blurRad="38100" dist="38100" dir="2700000" algn="tl">
                  <a:srgbClr val="000000">
                    <a:alpha val="43137"/>
                  </a:srgbClr>
                </a:outerShdw>
              </a:effectLst>
              <a:latin typeface="FrancophilSans" pitchFamily="2" charset="0"/>
            </a:endParaRPr>
          </a:p>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Qual coisa vamos a deixar nós para as próximas gerações americanas e mundiais?</a:t>
            </a:r>
          </a:p>
        </p:txBody>
      </p:sp>
      <p:pic>
        <p:nvPicPr>
          <p:cNvPr id="38915" name="Picture 3"/>
          <p:cNvPicPr>
            <a:picLocks noChangeAspect="1" noChangeArrowheads="1"/>
          </p:cNvPicPr>
          <p:nvPr/>
        </p:nvPicPr>
        <p:blipFill>
          <a:blip r:embed="rId5"/>
          <a:srcRect/>
          <a:stretch>
            <a:fillRect/>
          </a:stretch>
        </p:blipFill>
        <p:spPr bwMode="auto">
          <a:xfrm>
            <a:off x="0" y="4572008"/>
            <a:ext cx="9144000" cy="1700070"/>
          </a:xfrm>
          <a:prstGeom prst="rect">
            <a:avLst/>
          </a:prstGeom>
          <a:noFill/>
          <a:ln w="9525">
            <a:noFill/>
            <a:miter lim="800000"/>
            <a:headEnd/>
            <a:tailEnd/>
          </a:ln>
          <a:effectLst/>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18</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8915"/>
                                        </p:tgtEl>
                                        <p:attrNameLst>
                                          <p:attrName>style.visibility</p:attrName>
                                        </p:attrNameLst>
                                      </p:cBhvr>
                                      <p:to>
                                        <p:strVal val="visible"/>
                                      </p:to>
                                    </p:set>
                                    <p:animEffect transition="in" filter="fade">
                                      <p:cBhvr>
                                        <p:cTn id="7" dur="2000"/>
                                        <p:tgtEl>
                                          <p:spTgt spid="389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ONSEJOS DE FOTOGRAFÍA ARTÍSTICA: LUZ, COLOR Y FORMA | Fotografia ..."/>
          <p:cNvPicPr>
            <a:picLocks noChangeAspect="1" noChangeArrowheads="1"/>
          </p:cNvPicPr>
          <p:nvPr/>
        </p:nvPicPr>
        <p:blipFill>
          <a:blip r:embed="rId3"/>
          <a:srcRect/>
          <a:stretch>
            <a:fillRect/>
          </a:stretch>
        </p:blipFill>
        <p:spPr bwMode="auto">
          <a:xfrm>
            <a:off x="0" y="728661"/>
            <a:ext cx="9144000" cy="6129339"/>
          </a:xfrm>
          <a:prstGeom prst="rect">
            <a:avLst/>
          </a:prstGeom>
          <a:noFill/>
        </p:spPr>
      </p:pic>
      <p:pic>
        <p:nvPicPr>
          <p:cNvPr id="3" name="Picture 10"/>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285720" y="928670"/>
            <a:ext cx="8572560" cy="2400657"/>
          </a:xfrm>
          <a:prstGeom prst="rect">
            <a:avLst/>
          </a:prstGeom>
          <a:noFill/>
        </p:spPr>
        <p:txBody>
          <a:bodyPr wrap="square" rtlCol="0">
            <a:spAutoFit/>
          </a:bodyPr>
          <a:lstStyle/>
          <a:p>
            <a:pPr algn="ctr">
              <a:lnSpc>
                <a:spcPts val="3600"/>
              </a:lnSpc>
            </a:pPr>
            <a:r>
              <a:rPr lang="pt-BR" sz="2400" b="1" dirty="0" smtClean="0">
                <a:solidFill>
                  <a:schemeClr val="bg1"/>
                </a:solidFill>
                <a:effectLst>
                  <a:outerShdw blurRad="38100" dist="38100" dir="2700000" algn="tl">
                    <a:srgbClr val="000000">
                      <a:alpha val="43137"/>
                    </a:srgbClr>
                  </a:outerShdw>
                </a:effectLst>
                <a:latin typeface="FrancophilSans" pitchFamily="2" charset="0"/>
              </a:rPr>
              <a:t>Esses Mestres maçons que pela situação econômica, a falta de instruções certas, o desencanto pelas condutas internas e externas de representantes de meio e alto nível, assim como de membros da base, estão produzindo saídas em relativas grandes quantidades.</a:t>
            </a: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19</a:t>
            </a:fld>
            <a:endParaRPr lang="pt-BR"/>
          </a:p>
        </p:txBody>
      </p:sp>
      <p:pic>
        <p:nvPicPr>
          <p:cNvPr id="8" name="7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8000">
    <p:wedge/>
    <p:sndAc>
      <p:stSnd>
        <p:snd r:embed="rId2" name="hammer.wav" builtIn="1"/>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ONSEJOS DE FOTOGRAFÍA ARTÍSTICA: LUZ, COLOR Y FORMA | Fotografia ..."/>
          <p:cNvPicPr>
            <a:picLocks noChangeAspect="1" noChangeArrowheads="1"/>
          </p:cNvPicPr>
          <p:nvPr/>
        </p:nvPicPr>
        <p:blipFill>
          <a:blip r:embed="rId3">
            <a:duotone>
              <a:prstClr val="black"/>
              <a:schemeClr val="accent6">
                <a:tint val="45000"/>
                <a:satMod val="400000"/>
              </a:schemeClr>
            </a:duotone>
          </a:blip>
          <a:srcRect/>
          <a:stretch>
            <a:fillRect/>
          </a:stretch>
        </p:blipFill>
        <p:spPr bwMode="auto">
          <a:xfrm>
            <a:off x="0" y="728661"/>
            <a:ext cx="9144000" cy="6129339"/>
          </a:xfrm>
          <a:prstGeom prst="rect">
            <a:avLst/>
          </a:prstGeom>
          <a:noFill/>
        </p:spPr>
      </p:pic>
      <p:pic>
        <p:nvPicPr>
          <p:cNvPr id="3" name="Picture 10"/>
          <p:cNvPicPr>
            <a:picLocks noChangeAspect="1" noChangeArrowheads="1"/>
          </p:cNvPicPr>
          <p:nvPr/>
        </p:nvPicPr>
        <p:blipFill>
          <a:blip r:embed="rId4">
            <a:clrChange>
              <a:clrFrom>
                <a:srgbClr val="FFFFFF"/>
              </a:clrFrom>
              <a:clrTo>
                <a:srgbClr val="FFFFFF">
                  <a:alpha val="0"/>
                </a:srgbClr>
              </a:clrTo>
            </a:clrChange>
          </a:blip>
          <a:srcRect/>
          <a:stretch>
            <a:fillRect/>
          </a:stretch>
        </p:blipFill>
        <p:spPr bwMode="auto">
          <a:xfrm>
            <a:off x="0" y="-1"/>
            <a:ext cx="9144000" cy="1643051"/>
          </a:xfrm>
          <a:prstGeom prst="rect">
            <a:avLst/>
          </a:prstGeom>
          <a:noFill/>
          <a:ln w="9525">
            <a:noFill/>
            <a:miter lim="800000"/>
            <a:headEnd/>
            <a:tailEnd/>
          </a:ln>
          <a:effectLst/>
        </p:spPr>
      </p:pic>
      <p:sp>
        <p:nvSpPr>
          <p:cNvPr id="15" name="14 CuadroTexto"/>
          <p:cNvSpPr txBox="1"/>
          <p:nvPr/>
        </p:nvSpPr>
        <p:spPr>
          <a:xfrm>
            <a:off x="285720" y="1428736"/>
            <a:ext cx="8572560" cy="4413388"/>
          </a:xfrm>
          <a:prstGeom prst="rect">
            <a:avLst/>
          </a:prstGeom>
          <a:noFill/>
        </p:spPr>
        <p:txBody>
          <a:bodyPr wrap="square" rtlCol="0">
            <a:spAutoFit/>
          </a:bodyPr>
          <a:lstStyle/>
          <a:p>
            <a:pPr algn="ctr">
              <a:lnSpc>
                <a:spcPct val="200000"/>
              </a:lnSpc>
            </a:pPr>
            <a:r>
              <a:rPr lang="pt-BR" sz="2400" b="1" dirty="0" smtClean="0">
                <a:solidFill>
                  <a:schemeClr val="bg1"/>
                </a:solidFill>
                <a:effectLst>
                  <a:outerShdw blurRad="38100" dist="38100" dir="2700000" algn="tl">
                    <a:srgbClr val="000000">
                      <a:alpha val="43137"/>
                    </a:srgbClr>
                  </a:outerShdw>
                </a:effectLst>
                <a:latin typeface="FrancophilSans" pitchFamily="2" charset="0"/>
              </a:rPr>
              <a:t>Uns buscando outras </a:t>
            </a:r>
            <a:r>
              <a:rPr lang="pt-BR" sz="2400" b="1" dirty="0" err="1" smtClean="0">
                <a:solidFill>
                  <a:schemeClr val="bg1"/>
                </a:solidFill>
                <a:effectLst>
                  <a:outerShdw blurRad="38100" dist="38100" dir="2700000" algn="tl">
                    <a:srgbClr val="000000">
                      <a:alpha val="43137"/>
                    </a:srgbClr>
                  </a:outerShdw>
                </a:effectLst>
                <a:latin typeface="FrancophilSans" pitchFamily="2" charset="0"/>
              </a:rPr>
              <a:t>Logias</a:t>
            </a:r>
            <a:r>
              <a:rPr lang="pt-BR" sz="2400" b="1" dirty="0" smtClean="0">
                <a:solidFill>
                  <a:schemeClr val="bg1"/>
                </a:solidFill>
                <a:effectLst>
                  <a:outerShdw blurRad="38100" dist="38100" dir="2700000" algn="tl">
                    <a:srgbClr val="000000">
                      <a:alpha val="43137"/>
                    </a:srgbClr>
                  </a:outerShdw>
                </a:effectLst>
                <a:latin typeface="FrancophilSans" pitchFamily="2" charset="0"/>
              </a:rPr>
              <a:t> ou GGLL; outros só ficando numa condição neutra, nem ativos, nem inativos; buscando na Internet onde encontrar esses Irmãos que possam pensar parecido, ou em grupos onde encontrar material de estudo, para continuar sua formação de maneira empírica, assim como informação que possa acalmar sua sede de conhecimento e sua fome de sabedoria.</a:t>
            </a:r>
          </a:p>
        </p:txBody>
      </p:sp>
      <p:pic>
        <p:nvPicPr>
          <p:cNvPr id="6" name="5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7" name="6 Marcador de número de diapositiva"/>
          <p:cNvSpPr>
            <a:spLocks noGrp="1"/>
          </p:cNvSpPr>
          <p:nvPr>
            <p:ph type="sldNum" sz="quarter" idx="12"/>
          </p:nvPr>
        </p:nvSpPr>
        <p:spPr/>
        <p:txBody>
          <a:bodyPr/>
          <a:lstStyle/>
          <a:p>
            <a:fld id="{4171F0A2-0D57-4026-9174-822EA1BAEC0C}" type="slidenum">
              <a:rPr lang="pt-BR" smtClean="0"/>
              <a:pPr/>
              <a:t>20</a:t>
            </a:fld>
            <a:endParaRPr lang="pt-BR"/>
          </a:p>
        </p:txBody>
      </p:sp>
      <p:pic>
        <p:nvPicPr>
          <p:cNvPr id="8" name="7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1000">
    <p:wedge/>
    <p:sndAc>
      <p:stSnd>
        <p:snd r:embed="rId2" name="hammer.wav" builtIn="1"/>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4" name="Picture 4" descr="O índice de pobreza no Brasil pode chegar a 20 milhões de pessoas"/>
          <p:cNvPicPr>
            <a:picLocks noChangeAspect="1" noChangeArrowheads="1"/>
          </p:cNvPicPr>
          <p:nvPr/>
        </p:nvPicPr>
        <p:blipFill>
          <a:blip r:embed="rId3" cstate="print"/>
          <a:srcRect/>
          <a:stretch>
            <a:fillRect/>
          </a:stretch>
        </p:blipFill>
        <p:spPr bwMode="auto">
          <a:xfrm>
            <a:off x="4000496" y="2952748"/>
            <a:ext cx="4929190" cy="3286126"/>
          </a:xfrm>
          <a:prstGeom prst="rect">
            <a:avLst/>
          </a:prstGeom>
          <a:noFill/>
        </p:spPr>
      </p:pic>
      <p:pic>
        <p:nvPicPr>
          <p:cNvPr id="5"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4">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000100" y="1413383"/>
            <a:ext cx="7072362" cy="1444113"/>
          </a:xfrm>
          <a:prstGeom prst="rect">
            <a:avLst/>
          </a:prstGeom>
          <a:noFill/>
        </p:spPr>
        <p:txBody>
          <a:bodyPr wrap="square" rtlCol="0">
            <a:spAutoFit/>
          </a:bodyPr>
          <a:lstStyle/>
          <a:p>
            <a:pPr algn="ctr">
              <a:lnSpc>
                <a:spcPts val="3600"/>
              </a:lnSpc>
            </a:pPr>
            <a:r>
              <a:rPr lang="pt-BR" sz="2800" dirty="0" smtClean="0">
                <a:effectLst>
                  <a:outerShdw blurRad="38100" dist="38100" dir="2700000" algn="tl">
                    <a:srgbClr val="000000">
                      <a:alpha val="43137"/>
                    </a:srgbClr>
                  </a:outerShdw>
                </a:effectLst>
                <a:latin typeface="FrancophilSans" pitchFamily="2" charset="0"/>
              </a:rPr>
              <a:t>Além de tudo isso, temos uma situação de pais, assim como mundial, não menos importante que incide, negativamente, em tudo isto.</a:t>
            </a:r>
          </a:p>
        </p:txBody>
      </p:sp>
      <p:pic>
        <p:nvPicPr>
          <p:cNvPr id="40962" name="Picture 2" descr="26 milhões de crianças e adolescentes brasileiros vivem na miséria ..."/>
          <p:cNvPicPr>
            <a:picLocks noChangeAspect="1" noChangeArrowheads="1"/>
          </p:cNvPicPr>
          <p:nvPr/>
        </p:nvPicPr>
        <p:blipFill>
          <a:blip r:embed="rId6" cstate="print"/>
          <a:srcRect l="6756" r="6757"/>
          <a:stretch>
            <a:fillRect/>
          </a:stretch>
        </p:blipFill>
        <p:spPr bwMode="auto">
          <a:xfrm>
            <a:off x="142844" y="3627848"/>
            <a:ext cx="4572032" cy="2158606"/>
          </a:xfrm>
          <a:prstGeom prst="rect">
            <a:avLst/>
          </a:prstGeom>
          <a:noFill/>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21</a:t>
            </a:fld>
            <a:endParaRPr lang="pt-BR"/>
          </a:p>
        </p:txBody>
      </p:sp>
      <p:pic>
        <p:nvPicPr>
          <p:cNvPr id="10" name="9 Imagen" descr="logo HD 2019 trans.png"/>
          <p:cNvPicPr>
            <a:picLocks noChangeAspect="1"/>
          </p:cNvPicPr>
          <p:nvPr/>
        </p:nvPicPr>
        <p:blipFill>
          <a:blip r:embed="rId7"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fade">
                                      <p:cBhvr>
                                        <p:cTn id="7" dur="2000"/>
                                        <p:tgtEl>
                                          <p:spTgt spid="40964"/>
                                        </p:tgtEl>
                                      </p:cBhvr>
                                    </p:animEffect>
                                  </p:childTnLst>
                                </p:cTn>
                              </p:par>
                              <p:par>
                                <p:cTn id="8" presetID="10" presetClass="entr" presetSubtype="0" fill="hold" nodeType="withEffect">
                                  <p:stCondLst>
                                    <p:cond delay="0"/>
                                  </p:stCondLst>
                                  <p:childTnLst>
                                    <p:set>
                                      <p:cBhvr>
                                        <p:cTn id="9" dur="1" fill="hold">
                                          <p:stCondLst>
                                            <p:cond delay="0"/>
                                          </p:stCondLst>
                                        </p:cTn>
                                        <p:tgtEl>
                                          <p:spTgt spid="40962"/>
                                        </p:tgtEl>
                                        <p:attrNameLst>
                                          <p:attrName>style.visibility</p:attrName>
                                        </p:attrNameLst>
                                      </p:cBhvr>
                                      <p:to>
                                        <p:strVal val="visible"/>
                                      </p:to>
                                    </p:set>
                                    <p:animEffect transition="in" filter="fade">
                                      <p:cBhvr>
                                        <p:cTn id="10" dur="20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10" name="Picture 2"/>
          <p:cNvPicPr>
            <a:picLocks noChangeAspect="1" noChangeArrowheads="1"/>
          </p:cNvPicPr>
          <p:nvPr/>
        </p:nvPicPr>
        <p:blipFill>
          <a:blip r:embed="rId5"/>
          <a:srcRect r="38664"/>
          <a:stretch>
            <a:fillRect/>
          </a:stretch>
        </p:blipFill>
        <p:spPr bwMode="auto">
          <a:xfrm>
            <a:off x="1947744" y="1070665"/>
            <a:ext cx="5267462" cy="5644483"/>
          </a:xfrm>
          <a:prstGeom prst="rect">
            <a:avLst/>
          </a:prstGeom>
          <a:noFill/>
          <a:ln w="9525">
            <a:noFill/>
            <a:miter lim="800000"/>
            <a:headEnd/>
            <a:tailEnd/>
          </a:ln>
          <a:effectLst/>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22</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857224" y="1643050"/>
            <a:ext cx="7429552" cy="1938992"/>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O pais tem delicadas condições econômicas, nos direitos humanos, a propriedade, a segurança, na saúde, educativas, cívicas, sociais, políticas, éticas e morais, de soberania, e as possibilidades de aprofundar, são altas.</a:t>
            </a:r>
          </a:p>
        </p:txBody>
      </p:sp>
      <p:pic>
        <p:nvPicPr>
          <p:cNvPr id="38914" name="Picture 2" descr="La calle, el coronavirus y la ausencia del Estado - Canal Abierto"/>
          <p:cNvPicPr>
            <a:picLocks noChangeAspect="1" noChangeArrowheads="1"/>
          </p:cNvPicPr>
          <p:nvPr/>
        </p:nvPicPr>
        <p:blipFill>
          <a:blip r:embed="rId5"/>
          <a:srcRect/>
          <a:stretch>
            <a:fillRect/>
          </a:stretch>
        </p:blipFill>
        <p:spPr bwMode="auto">
          <a:xfrm>
            <a:off x="271496" y="3643314"/>
            <a:ext cx="4000496" cy="2539377"/>
          </a:xfrm>
          <a:prstGeom prst="rect">
            <a:avLst/>
          </a:prstGeom>
          <a:noFill/>
        </p:spPr>
      </p:pic>
      <p:pic>
        <p:nvPicPr>
          <p:cNvPr id="38916" name="Picture 4" descr="Piedra OnLine: Brasil 2014: &quot;Seis niños de la calle estaban durmiendo ..."/>
          <p:cNvPicPr>
            <a:picLocks noChangeAspect="1" noChangeArrowheads="1"/>
          </p:cNvPicPr>
          <p:nvPr/>
        </p:nvPicPr>
        <p:blipFill>
          <a:blip r:embed="rId6"/>
          <a:srcRect/>
          <a:stretch>
            <a:fillRect/>
          </a:stretch>
        </p:blipFill>
        <p:spPr bwMode="auto">
          <a:xfrm>
            <a:off x="4414868" y="3819543"/>
            <a:ext cx="4514850" cy="2324101"/>
          </a:xfrm>
          <a:prstGeom prst="rect">
            <a:avLst/>
          </a:prstGeom>
          <a:noFill/>
        </p:spPr>
      </p:pic>
      <p:sp>
        <p:nvSpPr>
          <p:cNvPr id="9" name="8 Marcador de número de diapositiva"/>
          <p:cNvSpPr>
            <a:spLocks noGrp="1"/>
          </p:cNvSpPr>
          <p:nvPr>
            <p:ph type="sldNum" sz="quarter" idx="12"/>
          </p:nvPr>
        </p:nvSpPr>
        <p:spPr/>
        <p:txBody>
          <a:bodyPr/>
          <a:lstStyle/>
          <a:p>
            <a:fld id="{4171F0A2-0D57-4026-9174-822EA1BAEC0C}" type="slidenum">
              <a:rPr lang="pt-BR" smtClean="0"/>
              <a:pPr/>
              <a:t>23</a:t>
            </a:fld>
            <a:endParaRPr lang="pt-BR"/>
          </a:p>
        </p:txBody>
      </p:sp>
      <p:pic>
        <p:nvPicPr>
          <p:cNvPr id="10" name="9 Imagen" descr="logo HD 2019 trans.png"/>
          <p:cNvPicPr>
            <a:picLocks noChangeAspect="1"/>
          </p:cNvPicPr>
          <p:nvPr/>
        </p:nvPicPr>
        <p:blipFill>
          <a:blip r:embed="rId7"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914"/>
                                        </p:tgtEl>
                                        <p:attrNameLst>
                                          <p:attrName>style.visibility</p:attrName>
                                        </p:attrNameLst>
                                      </p:cBhvr>
                                      <p:to>
                                        <p:strVal val="visible"/>
                                      </p:to>
                                    </p:set>
                                    <p:animEffect transition="in" filter="fade">
                                      <p:cBhvr>
                                        <p:cTn id="7" dur="2000"/>
                                        <p:tgtEl>
                                          <p:spTgt spid="38914"/>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38916"/>
                                        </p:tgtEl>
                                        <p:attrNameLst>
                                          <p:attrName>style.visibility</p:attrName>
                                        </p:attrNameLst>
                                      </p:cBhvr>
                                      <p:to>
                                        <p:strVal val="visible"/>
                                      </p:to>
                                    </p:set>
                                    <p:animEffect transition="in" filter="fade">
                                      <p:cBhvr>
                                        <p:cTn id="11" dur="2000"/>
                                        <p:tgtEl>
                                          <p:spTgt spid="389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285720" y="142852"/>
            <a:ext cx="648233" cy="714380"/>
          </a:xfrm>
          <a:prstGeom prst="rect">
            <a:avLst/>
          </a:prstGeom>
        </p:spPr>
      </p:pic>
      <p:pic>
        <p:nvPicPr>
          <p:cNvPr id="6" name="Picture 4" descr="https://passoapassodaredacao.com.br/wp-content/uploads/2019/08/adfasd.png"/>
          <p:cNvPicPr>
            <a:picLocks noChangeAspect="1" noChangeArrowheads="1"/>
          </p:cNvPicPr>
          <p:nvPr/>
        </p:nvPicPr>
        <p:blipFill>
          <a:blip r:embed="rId5"/>
          <a:srcRect/>
          <a:stretch>
            <a:fillRect/>
          </a:stretch>
        </p:blipFill>
        <p:spPr bwMode="auto">
          <a:xfrm>
            <a:off x="1357290" y="230721"/>
            <a:ext cx="6072230" cy="6497285"/>
          </a:xfrm>
          <a:prstGeom prst="rect">
            <a:avLst/>
          </a:prstGeom>
          <a:ln>
            <a:noFill/>
          </a:ln>
          <a:effectLst>
            <a:outerShdw blurRad="190500" algn="tl" rotWithShape="0">
              <a:srgbClr val="000000">
                <a:alpha val="70000"/>
              </a:srgbClr>
            </a:outerShdw>
          </a:effectLst>
        </p:spPr>
      </p:pic>
      <p:sp>
        <p:nvSpPr>
          <p:cNvPr id="7" name="6 Marcador de número de diapositiva"/>
          <p:cNvSpPr>
            <a:spLocks noGrp="1"/>
          </p:cNvSpPr>
          <p:nvPr>
            <p:ph type="sldNum" sz="quarter" idx="12"/>
          </p:nvPr>
        </p:nvSpPr>
        <p:spPr/>
        <p:txBody>
          <a:bodyPr/>
          <a:lstStyle/>
          <a:p>
            <a:fld id="{4171F0A2-0D57-4026-9174-822EA1BAEC0C}" type="slidenum">
              <a:rPr lang="pt-BR" smtClean="0"/>
              <a:pPr/>
              <a:t>24</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071547"/>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285720" y="857232"/>
            <a:ext cx="8572560" cy="1893980"/>
          </a:xfrm>
          <a:prstGeom prst="rect">
            <a:avLst/>
          </a:prstGeom>
          <a:noFill/>
        </p:spPr>
        <p:txBody>
          <a:bodyPr wrap="square" rtlCol="0">
            <a:spAutoFit/>
          </a:bodyPr>
          <a:lstStyle/>
          <a:p>
            <a:pPr algn="ctr">
              <a:lnSpc>
                <a:spcPts val="3600"/>
              </a:lnSpc>
            </a:pPr>
            <a:r>
              <a:rPr lang="pt-BR" sz="2400" dirty="0" smtClean="0">
                <a:effectLst>
                  <a:outerShdw blurRad="38100" dist="38100" dir="2700000" algn="tl">
                    <a:srgbClr val="000000">
                      <a:alpha val="43137"/>
                    </a:srgbClr>
                  </a:outerShdw>
                </a:effectLst>
                <a:latin typeface="FrancophilSans" pitchFamily="2" charset="0"/>
              </a:rPr>
              <a:t>Você, como mestre maçom, pode sentir desejos de fazer algo a favor de tudo isto, a situação do pais e da maçonaria em Brasil; ou de continuar seu caminho pessoal, tentando resolver só o que é de sua importância imediata e pessoal.</a:t>
            </a:r>
          </a:p>
        </p:txBody>
      </p:sp>
      <p:pic>
        <p:nvPicPr>
          <p:cNvPr id="1027" name="Picture 3"/>
          <p:cNvPicPr>
            <a:picLocks noChangeAspect="1" noChangeArrowheads="1"/>
          </p:cNvPicPr>
          <p:nvPr/>
        </p:nvPicPr>
        <p:blipFill>
          <a:blip r:embed="rId5"/>
          <a:srcRect/>
          <a:stretch>
            <a:fillRect/>
          </a:stretch>
        </p:blipFill>
        <p:spPr bwMode="auto">
          <a:xfrm>
            <a:off x="2571736" y="2857496"/>
            <a:ext cx="3929090" cy="3719753"/>
          </a:xfrm>
          <a:prstGeom prst="rect">
            <a:avLst/>
          </a:prstGeom>
          <a:noFill/>
          <a:ln w="9525">
            <a:noFill/>
            <a:miter lim="800000"/>
            <a:headEnd/>
            <a:tailEnd/>
          </a:ln>
          <a:effectLst/>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25</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8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500034" y="1859498"/>
            <a:ext cx="8072494" cy="4131900"/>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Se sua decisão é continuar seu caminho, agradeço sua presença, mas eu convido você a continuar olhando e escutando o que vem agora, e possível que coincidamos em que cumprir com nossos deveres implica cumprir com nós, mas cumprir só com nós, não sempre vai permitir cumprir com nosso deveres, e produzir os mesmos benefícios ...</a:t>
            </a:r>
          </a:p>
        </p:txBody>
      </p:sp>
      <p:sp>
        <p:nvSpPr>
          <p:cNvPr id="9" name="8 Marcador de número de diapositiva"/>
          <p:cNvSpPr>
            <a:spLocks noGrp="1"/>
          </p:cNvSpPr>
          <p:nvPr>
            <p:ph type="sldNum" sz="quarter" idx="12"/>
          </p:nvPr>
        </p:nvSpPr>
        <p:spPr/>
        <p:txBody>
          <a:bodyPr/>
          <a:lstStyle/>
          <a:p>
            <a:fld id="{4171F0A2-0D57-4026-9174-822EA1BAEC0C}" type="slidenum">
              <a:rPr lang="pt-BR" smtClean="0"/>
              <a:pPr/>
              <a:t>26</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0000">
    <p:wedge/>
    <p:sndAc>
      <p:stSnd>
        <p:snd r:embed="rId2" name="hammer.wav" builtIn="1"/>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7" name="Picture 16" descr="Quem foi Sócrates? - Blog da Mari Calegari | Frases de pensadores ..."/>
          <p:cNvPicPr>
            <a:picLocks noChangeAspect="1" noChangeArrowheads="1"/>
          </p:cNvPicPr>
          <p:nvPr/>
        </p:nvPicPr>
        <p:blipFill>
          <a:blip r:embed="rId5">
            <a:duotone>
              <a:prstClr val="black"/>
              <a:schemeClr val="tx2">
                <a:tint val="45000"/>
                <a:satMod val="400000"/>
              </a:schemeClr>
            </a:duotone>
          </a:blip>
          <a:srcRect t="13135" b="29071"/>
          <a:stretch>
            <a:fillRect/>
          </a:stretch>
        </p:blipFill>
        <p:spPr bwMode="auto">
          <a:xfrm>
            <a:off x="1214414" y="2000240"/>
            <a:ext cx="6837219" cy="4000528"/>
          </a:xfrm>
          <a:prstGeom prst="rect">
            <a:avLst/>
          </a:prstGeom>
          <a:noFill/>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27</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7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642910" y="2786058"/>
            <a:ext cx="8001056" cy="2031325"/>
          </a:xfrm>
          <a:prstGeom prst="rect">
            <a:avLst/>
          </a:prstGeom>
          <a:noFill/>
        </p:spPr>
        <p:txBody>
          <a:bodyPr wrap="square" rtlCol="0">
            <a:spAutoFit/>
          </a:bodyPr>
          <a:lstStyle/>
          <a:p>
            <a:pPr algn="ctr">
              <a:lnSpc>
                <a:spcPct val="150000"/>
              </a:lnSpc>
            </a:pPr>
            <a:r>
              <a:rPr lang="pt-BR" sz="2800" b="1" dirty="0" smtClean="0">
                <a:effectLst>
                  <a:outerShdw blurRad="38100" dist="38100" dir="2700000" algn="tl">
                    <a:srgbClr val="000000">
                      <a:alpha val="43137"/>
                    </a:srgbClr>
                  </a:outerShdw>
                </a:effectLst>
                <a:latin typeface="FrancophilSans" pitchFamily="2" charset="0"/>
              </a:rPr>
              <a:t>Ou como diz o ritual de primeiro grau venezuelano quando define o conceito de virtude e quando mostra os três preceitos da maçonaria.</a:t>
            </a: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28</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7000">
    <p:wedge/>
    <p:sndAc>
      <p:stSnd>
        <p:snd r:embed="rId2" name="hammer.wav" builtIn="1"/>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500034" y="1500174"/>
            <a:ext cx="8072494" cy="4616648"/>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“A virtude é a força que domina as paixões.</a:t>
            </a:r>
          </a:p>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Para que exista (virtude), deve haver luta entre elas (virtude e paixões), mas a virtude não deve ser confundida com honestidade, benevolência ou caridade; pois o primeiro é freqüentemente encontrado no apático, o segundo no fraco e o terceiro pode se unir ao vício; e nenhum apático, fraco ou vicioso é virtuoso” ... </a:t>
            </a: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29</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8000">
    <p:wedge/>
    <p:sndAc>
      <p:stSnd>
        <p:snd r:embed="rId2" name="hammer.wav" builtIn="1"/>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5852" y="2071678"/>
            <a:ext cx="657229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E uma voz interior diz ao ser humano que as forças da alma foram dadas para usá-las a serviço do bem. </a:t>
            </a:r>
          </a:p>
          <a:p>
            <a:pPr algn="ctr">
              <a:lnSpc>
                <a:spcPts val="4500"/>
              </a:lnSpc>
            </a:pPr>
            <a:endParaRPr lang="pt-BR" sz="2800" dirty="0" smtClean="0">
              <a:effectLst>
                <a:outerShdw blurRad="38100" dist="38100" dir="2700000" algn="tl">
                  <a:srgbClr val="000000">
                    <a:alpha val="43137"/>
                  </a:srgbClr>
                </a:outerShdw>
              </a:effectLst>
              <a:latin typeface="FrancophilSans" pitchFamily="2" charset="0"/>
            </a:endParaRPr>
          </a:p>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A prática segundo este sentimento é o que indica a palavra VIRTUDE” ...</a:t>
            </a:r>
            <a:endParaRPr lang="pt-BR" sz="2800" dirty="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30</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285852" y="2143116"/>
            <a:ext cx="657229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O hábito de dominar nossos instintos exalta a alma; e uma vez que se conheça o prazer indefinível de vencer a si mesmo, de privar-se de um bem ansiado para fazer feliz um infeliz, de defender os fracos contra os poderosos e salvá-los,” ...</a:t>
            </a:r>
            <a:endParaRPr lang="pt-BR" sz="2800" dirty="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31</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5000">
    <p:wedge/>
    <p:sndAc>
      <p:stSnd>
        <p:snd r:embed="rId2" name="hammer.wav" builtIn="1"/>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1714480" y="2643182"/>
            <a:ext cx="5786478" cy="2400657"/>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então não há mais ideal que, quando satisfeito, proporciona um gozo mais puro e mais extenso do que esse prazer, ser virtuoso é ser feliz. “</a:t>
            </a:r>
            <a:endParaRPr lang="pt-BR" sz="2800" dirty="0">
              <a:effectLst>
                <a:outerShdw blurRad="38100" dist="38100" dir="2700000" algn="tl">
                  <a:srgbClr val="000000">
                    <a:alpha val="43137"/>
                  </a:srgbClr>
                </a:outerShdw>
              </a:effectLst>
              <a:latin typeface="FrancophilSans" pitchFamily="2" charset="0"/>
            </a:endParaRPr>
          </a:p>
        </p:txBody>
      </p:sp>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smtClean="0"/>
              <a:pPr/>
              <a:t>32</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0000">
    <p:wedge/>
    <p:sndAc>
      <p:stSnd>
        <p:snd r:embed="rId2" name="hammer.wav" builtIn="1"/>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7" name="Picture 14" descr="...a virtude não nasce da riqueza, mas... Sócrates - Pensador"/>
          <p:cNvPicPr>
            <a:picLocks noChangeAspect="1" noChangeArrowheads="1"/>
          </p:cNvPicPr>
          <p:nvPr/>
        </p:nvPicPr>
        <p:blipFill>
          <a:blip r:embed="rId5">
            <a:duotone>
              <a:prstClr val="black"/>
              <a:schemeClr val="tx2">
                <a:tint val="45000"/>
                <a:satMod val="400000"/>
              </a:schemeClr>
            </a:duotone>
          </a:blip>
          <a:srcRect/>
          <a:stretch>
            <a:fillRect/>
          </a:stretch>
        </p:blipFill>
        <p:spPr bwMode="auto">
          <a:xfrm>
            <a:off x="1357290" y="2143116"/>
            <a:ext cx="6667546" cy="350046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33</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928662" y="2071678"/>
            <a:ext cx="728667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O segundo (preceito), que faz da Maçonaria o mais sagrado dos vínculos, quando não é a mais nobre, a maior e a mais respeitável de todas as instituições; este preceito, objeto de vosso pedido, consiste em combater as paixões que desonram o homem e o tornam infeliz, ...”</a:t>
            </a:r>
            <a:endParaRPr lang="pt-BR" sz="2800" dirty="0">
              <a:effectLst>
                <a:outerShdw blurRad="38100" dist="38100" dir="2700000" algn="tl">
                  <a:srgbClr val="000000">
                    <a:alpha val="43137"/>
                  </a:srgbClr>
                </a:outerShdw>
              </a:effectLst>
              <a:latin typeface="FrancophilSans" pitchFamily="2" charset="0"/>
            </a:endParaRP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34</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0000">
    <p:wedge/>
    <p:sndAc>
      <p:stSnd>
        <p:snd r:embed="rId2" name="hammer.wav" builtIn="1"/>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642910" y="2017321"/>
            <a:ext cx="7858180"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em praticar as mais doces e benéficas virtudes, em socorrer nossos irmãos, em prevenir suas necessidades, aliviar suas dores e assisti-los com nossos conselhos e nossas luzes; de modo que, o que é uma qualidade rara em um profano, para o maçom é apenas o cumprimento de um dever... “</a:t>
            </a:r>
            <a:endParaRPr lang="pt-BR" sz="2800" dirty="0">
              <a:effectLst>
                <a:outerShdw blurRad="38100" dist="38100" dir="2700000" algn="tl">
                  <a:srgbClr val="000000">
                    <a:alpha val="43137"/>
                  </a:srgbClr>
                </a:outerShdw>
              </a:effectLst>
              <a:latin typeface="FrancophilSans" pitchFamily="2" charset="0"/>
            </a:endParaRP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35</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0000">
    <p:wedge/>
    <p:sndAc>
      <p:stSnd>
        <p:snd r:embed="rId2" name="hammer.wav" builtIn="1"/>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5" name="4 CuadroTexto"/>
          <p:cNvSpPr txBox="1"/>
          <p:nvPr/>
        </p:nvSpPr>
        <p:spPr>
          <a:xfrm>
            <a:off x="928662" y="2017321"/>
            <a:ext cx="728667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 Toda oportunidade de ser útil que não aproveita é uma infidelidade que comete; toda ajuda que ele recusa a seus irmãos é perjúrio; e se a doce e consoladora amizade tem seu culto em nosso Templo, não é tanto por ser um nobre sentimento quanto por ser um dever.”</a:t>
            </a:r>
            <a:endParaRPr lang="pt-BR" sz="2800" dirty="0">
              <a:effectLst>
                <a:outerShdw blurRad="38100" dist="38100" dir="2700000" algn="tl">
                  <a:srgbClr val="000000">
                    <a:alpha val="43137"/>
                  </a:srgbClr>
                </a:outerShdw>
              </a:effectLst>
              <a:latin typeface="FrancophilSans" pitchFamily="2" charset="0"/>
            </a:endParaRPr>
          </a:p>
        </p:txBody>
      </p:sp>
      <p:sp>
        <p:nvSpPr>
          <p:cNvPr id="6" name="5 Marcador de número de diapositiva"/>
          <p:cNvSpPr>
            <a:spLocks noGrp="1"/>
          </p:cNvSpPr>
          <p:nvPr>
            <p:ph type="sldNum" sz="quarter" idx="12"/>
          </p:nvPr>
        </p:nvSpPr>
        <p:spPr/>
        <p:txBody>
          <a:bodyPr/>
          <a:lstStyle/>
          <a:p>
            <a:fld id="{4171F0A2-0D57-4026-9174-822EA1BAEC0C}" type="slidenum">
              <a:rPr lang="pt-BR" smtClean="0"/>
              <a:pPr/>
              <a:t>36</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0000">
    <p:wedge/>
    <p:sndAc>
      <p:stSnd>
        <p:snd r:embed="rId2" name="hammer.wav" builtIn="1"/>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0"/>
            <a:ext cx="9144000" cy="1071546"/>
          </a:xfrm>
          <a:prstGeom prst="rect">
            <a:avLst/>
          </a:prstGeom>
          <a:noFill/>
          <a:ln w="9525">
            <a:noFill/>
            <a:miter lim="800000"/>
            <a:headEnd/>
            <a:tailEnd/>
          </a:ln>
          <a:effectLst/>
        </p:spPr>
      </p:pic>
      <p:pic>
        <p:nvPicPr>
          <p:cNvPr id="5122" name="Picture 2" descr="Aprende sobre los saludos secretos de los masones - Los Masones"/>
          <p:cNvPicPr>
            <a:picLocks noChangeAspect="1" noChangeArrowheads="1"/>
          </p:cNvPicPr>
          <p:nvPr/>
        </p:nvPicPr>
        <p:blipFill>
          <a:blip r:embed="rId4"/>
          <a:srcRect t="6429" b="31428"/>
          <a:stretch>
            <a:fillRect/>
          </a:stretch>
        </p:blipFill>
        <p:spPr bwMode="auto">
          <a:xfrm>
            <a:off x="2824739" y="5352142"/>
            <a:ext cx="3461773" cy="1505882"/>
          </a:xfrm>
          <a:prstGeom prst="ellipse">
            <a:avLst/>
          </a:prstGeom>
          <a:ln>
            <a:noFill/>
          </a:ln>
          <a:effectLst>
            <a:softEdge rad="112500"/>
          </a:effectLst>
        </p:spPr>
      </p:pic>
      <p:sp>
        <p:nvSpPr>
          <p:cNvPr id="15" name="14 CuadroTexto"/>
          <p:cNvSpPr txBox="1"/>
          <p:nvPr/>
        </p:nvSpPr>
        <p:spPr>
          <a:xfrm>
            <a:off x="214282" y="1253385"/>
            <a:ext cx="8715436" cy="4247317"/>
          </a:xfrm>
          <a:prstGeom prst="rect">
            <a:avLst/>
          </a:prstGeom>
          <a:noFill/>
        </p:spPr>
        <p:txBody>
          <a:bodyPr wrap="square" rtlCol="0">
            <a:spAutoFit/>
          </a:bodyPr>
          <a:lstStyle/>
          <a:p>
            <a:pPr algn="ctr">
              <a:lnSpc>
                <a:spcPts val="3600"/>
              </a:lnSpc>
            </a:pPr>
            <a:r>
              <a:rPr lang="pt-BR" sz="2600" dirty="0" smtClean="0">
                <a:effectLst>
                  <a:outerShdw blurRad="38100" dist="38100" dir="2700000" algn="tl">
                    <a:srgbClr val="000000">
                      <a:alpha val="43137"/>
                    </a:srgbClr>
                  </a:outerShdw>
                </a:effectLst>
                <a:latin typeface="FrancophilSans" pitchFamily="2" charset="0"/>
              </a:rPr>
              <a:t>Agora vou a mostrar uma proposta que pode ajudar tanto a você como a instituição maçônica assim como a Pátria amada, esperando seja de seu agrado para que podamos contar com seu importante e valioso apoio.</a:t>
            </a:r>
          </a:p>
          <a:p>
            <a:pPr algn="ctr">
              <a:lnSpc>
                <a:spcPts val="3600"/>
              </a:lnSpc>
            </a:pPr>
            <a:r>
              <a:rPr lang="pt-BR" sz="2600" dirty="0" smtClean="0">
                <a:effectLst>
                  <a:outerShdw blurRad="38100" dist="38100" dir="2700000" algn="tl">
                    <a:srgbClr val="000000">
                      <a:alpha val="43137"/>
                    </a:srgbClr>
                  </a:outerShdw>
                </a:effectLst>
                <a:latin typeface="FrancophilSans" pitchFamily="2" charset="0"/>
              </a:rPr>
              <a:t>Esta é uma proposta que busca gerar, criar e aproveitar as oportunidades que nos permitam cumprir com os nossos deveres e fazer essa maçonaria essencialmente filosófica e filantrópica.</a:t>
            </a:r>
          </a:p>
          <a:p>
            <a:pPr algn="ctr">
              <a:lnSpc>
                <a:spcPts val="3600"/>
              </a:lnSpc>
            </a:pPr>
            <a:r>
              <a:rPr lang="pt-BR" sz="2600" dirty="0" smtClean="0">
                <a:effectLst>
                  <a:outerShdw blurRad="38100" dist="38100" dir="2700000" algn="tl">
                    <a:srgbClr val="000000">
                      <a:alpha val="43137"/>
                    </a:srgbClr>
                  </a:outerShdw>
                </a:effectLst>
                <a:latin typeface="FrancophilSans" pitchFamily="2" charset="0"/>
              </a:rPr>
              <a:t>A obra é grande e precisam-se de muitas mentes, corações e boas mãos como as suas.</a:t>
            </a:r>
            <a:endParaRPr lang="pt-BR" sz="2600" dirty="0">
              <a:effectLst>
                <a:outerShdw blurRad="38100" dist="38100" dir="2700000" algn="tl">
                  <a:srgbClr val="000000">
                    <a:alpha val="43137"/>
                  </a:srgbClr>
                </a:outerShdw>
              </a:effectLst>
              <a:latin typeface="FrancophilSans" pitchFamily="2" charset="0"/>
            </a:endParaRPr>
          </a:p>
        </p:txBody>
      </p:sp>
      <p:pic>
        <p:nvPicPr>
          <p:cNvPr id="9" name="8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37</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7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9500"/>
                            </p:stCondLst>
                            <p:childTnLst>
                              <p:par>
                                <p:cTn id="11" presetID="10" presetClass="entr" presetSubtype="0" fill="hold" nodeType="afterEffect">
                                  <p:stCondLst>
                                    <p:cond delay="0"/>
                                  </p:stCondLst>
                                  <p:childTnLst>
                                    <p:set>
                                      <p:cBhvr>
                                        <p:cTn id="12" dur="1" fill="hold">
                                          <p:stCondLst>
                                            <p:cond delay="0"/>
                                          </p:stCondLst>
                                        </p:cTn>
                                        <p:tgtEl>
                                          <p:spTgt spid="5122"/>
                                        </p:tgtEl>
                                        <p:attrNameLst>
                                          <p:attrName>style.visibility</p:attrName>
                                        </p:attrNameLst>
                                      </p:cBhvr>
                                      <p:to>
                                        <p:strVal val="visible"/>
                                      </p:to>
                                    </p:set>
                                    <p:animEffect transition="in" filter="fade">
                                      <p:cBhvr>
                                        <p:cTn id="13" dur="20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8596" y="285728"/>
            <a:ext cx="648233" cy="714380"/>
          </a:xfrm>
          <a:prstGeom prst="rect">
            <a:avLst/>
          </a:prstGeom>
        </p:spPr>
      </p:pic>
      <p:sp>
        <p:nvSpPr>
          <p:cNvPr id="15" name="14 CuadroTexto"/>
          <p:cNvSpPr txBox="1"/>
          <p:nvPr/>
        </p:nvSpPr>
        <p:spPr>
          <a:xfrm>
            <a:off x="642910" y="1571612"/>
            <a:ext cx="3357586" cy="4832092"/>
          </a:xfrm>
          <a:prstGeom prst="rect">
            <a:avLst/>
          </a:prstGeom>
          <a:noFill/>
        </p:spPr>
        <p:txBody>
          <a:bodyPr wrap="square" rtlCol="0">
            <a:spAutoFit/>
          </a:bodyPr>
          <a:lstStyle/>
          <a:p>
            <a:pPr algn="r"/>
            <a:r>
              <a:rPr lang="pt-BR" sz="2800" dirty="0" smtClean="0">
                <a:effectLst>
                  <a:outerShdw blurRad="38100" dist="38100" dir="2700000" algn="tl">
                    <a:srgbClr val="000000">
                      <a:alpha val="43137"/>
                    </a:srgbClr>
                  </a:outerShdw>
                </a:effectLst>
                <a:latin typeface="FrancophilSans" pitchFamily="2" charset="0"/>
              </a:rPr>
              <a:t>Esta proposta tenta responder aos nossos deveres, aqueles que foram apresentados naquele quarto, aquele dia quando tomamos a decisão de ingressar nesta associação.</a:t>
            </a:r>
          </a:p>
          <a:p>
            <a:pPr algn="r"/>
            <a:endParaRPr lang="pt-BR" sz="2800" dirty="0" smtClean="0">
              <a:effectLst>
                <a:outerShdw blurRad="38100" dist="38100" dir="2700000" algn="tl">
                  <a:srgbClr val="000000">
                    <a:alpha val="43137"/>
                  </a:srgbClr>
                </a:outerShdw>
              </a:effectLst>
              <a:latin typeface="FrancophilSans" pitchFamily="2" charset="0"/>
            </a:endParaRPr>
          </a:p>
          <a:p>
            <a:pPr algn="r"/>
            <a:r>
              <a:rPr lang="pt-BR" sz="2800" dirty="0" smtClean="0">
                <a:effectLst>
                  <a:outerShdw blurRad="38100" dist="38100" dir="2700000" algn="tl">
                    <a:srgbClr val="000000">
                      <a:alpha val="43137"/>
                    </a:srgbClr>
                  </a:outerShdw>
                </a:effectLst>
                <a:latin typeface="FrancophilSans" pitchFamily="2" charset="0"/>
              </a:rPr>
              <a:t>Lembram ? ... </a:t>
            </a:r>
          </a:p>
        </p:txBody>
      </p:sp>
      <p:pic>
        <p:nvPicPr>
          <p:cNvPr id="8194" name="Picture 2" descr="The Hedge Mason: The Chamber of Reflection: An Archaic Technique For ..."/>
          <p:cNvPicPr>
            <a:picLocks noChangeAspect="1" noChangeArrowheads="1"/>
          </p:cNvPicPr>
          <p:nvPr/>
        </p:nvPicPr>
        <p:blipFill>
          <a:blip r:embed="rId5"/>
          <a:srcRect/>
          <a:stretch>
            <a:fillRect/>
          </a:stretch>
        </p:blipFill>
        <p:spPr bwMode="auto">
          <a:xfrm>
            <a:off x="4047839" y="-1"/>
            <a:ext cx="5096162" cy="6858001"/>
          </a:xfrm>
          <a:prstGeom prst="rect">
            <a:avLst/>
          </a:prstGeom>
          <a:noFill/>
        </p:spPr>
      </p:pic>
      <p:sp>
        <p:nvSpPr>
          <p:cNvPr id="10" name="9 Marcador de número de diapositiva"/>
          <p:cNvSpPr>
            <a:spLocks noGrp="1"/>
          </p:cNvSpPr>
          <p:nvPr>
            <p:ph type="sldNum" sz="quarter" idx="12"/>
          </p:nvPr>
        </p:nvSpPr>
        <p:spPr/>
        <p:txBody>
          <a:bodyPr/>
          <a:lstStyle/>
          <a:p>
            <a:fld id="{4171F0A2-0D57-4026-9174-822EA1BAEC0C}" type="slidenum">
              <a:rPr lang="pt-BR" smtClean="0"/>
              <a:pPr/>
              <a:t>38</a:t>
            </a:fld>
            <a:endParaRPr lang="pt-BR"/>
          </a:p>
        </p:txBody>
      </p:sp>
      <p:pic>
        <p:nvPicPr>
          <p:cNvPr id="11" name="10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
        <p:nvSpPr>
          <p:cNvPr id="12" name="11 CuadroTexto"/>
          <p:cNvSpPr txBox="1"/>
          <p:nvPr/>
        </p:nvSpPr>
        <p:spPr>
          <a:xfrm>
            <a:off x="4286248" y="1285860"/>
            <a:ext cx="4714908" cy="2092881"/>
          </a:xfrm>
          <a:prstGeom prst="rect">
            <a:avLst/>
          </a:prstGeom>
          <a:noFill/>
        </p:spPr>
        <p:txBody>
          <a:bodyPr wrap="square" rtlCol="0">
            <a:spAutoFit/>
          </a:bodyPr>
          <a:lstStyle/>
          <a:p>
            <a:pPr algn="ctr"/>
            <a:r>
              <a:rPr lang="pt-BR" sz="2600" b="1" dirty="0" smtClean="0">
                <a:solidFill>
                  <a:schemeClr val="bg1">
                    <a:lumMod val="85000"/>
                  </a:schemeClr>
                </a:solidFill>
                <a:effectLst>
                  <a:outerShdw blurRad="38100" dist="38100" dir="2700000" algn="tl">
                    <a:srgbClr val="000000">
                      <a:alpha val="43137"/>
                    </a:srgbClr>
                  </a:outerShdw>
                </a:effectLst>
                <a:latin typeface="FrancophilSans" pitchFamily="2" charset="0"/>
              </a:rPr>
              <a:t>Os nossos deveres para com Deus, com nós e nossos semelhantes, assim como tudo o que isso implica como a Pátria, a família, a sociedade, etc. ?</a:t>
            </a:r>
          </a:p>
        </p:txBody>
      </p:sp>
    </p:spTree>
  </p:cSld>
  <p:clrMapOvr>
    <a:masterClrMapping/>
  </p:clrMapOvr>
  <p:transition spd="med" advClick="0" advTm="21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3800"/>
                            </p:stCondLst>
                            <p:childTnLst>
                              <p:par>
                                <p:cTn id="11" presetID="10" presetClass="entr" presetSubtype="0" fill="hold" nodeType="afterEffect">
                                  <p:stCondLst>
                                    <p:cond delay="0"/>
                                  </p:stCondLst>
                                  <p:childTnLst>
                                    <p:set>
                                      <p:cBhvr>
                                        <p:cTn id="12" dur="1" fill="hold">
                                          <p:stCondLst>
                                            <p:cond delay="0"/>
                                          </p:stCondLst>
                                        </p:cTn>
                                        <p:tgtEl>
                                          <p:spTgt spid="8194"/>
                                        </p:tgtEl>
                                        <p:attrNameLst>
                                          <p:attrName>style.visibility</p:attrName>
                                        </p:attrNameLst>
                                      </p:cBhvr>
                                      <p:to>
                                        <p:strVal val="visible"/>
                                      </p:to>
                                    </p:set>
                                    <p:animEffect transition="in" filter="fade">
                                      <p:cBhvr>
                                        <p:cTn id="13" dur="2000"/>
                                        <p:tgtEl>
                                          <p:spTgt spid="8194"/>
                                        </p:tgtEl>
                                      </p:cBhvr>
                                    </p:animEffect>
                                  </p:childTnLst>
                                </p:cTn>
                              </p:par>
                            </p:childTnLst>
                          </p:cTn>
                        </p:par>
                        <p:par>
                          <p:cTn id="14" fill="hold">
                            <p:stCondLst>
                              <p:cond delay="5800"/>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12"/>
                                        </p:tgtEl>
                                        <p:attrNameLst>
                                          <p:attrName>style.visibility</p:attrName>
                                        </p:attrNameLst>
                                      </p:cBhvr>
                                      <p:to>
                                        <p:strVal val="visible"/>
                                      </p:to>
                                    </p:set>
                                    <p:animEffect transition="in" filter="fade">
                                      <p:cBhvr>
                                        <p:cTn id="17"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descr="Caracas Shots: Temple of Symbols .·. Part 3"/>
          <p:cNvPicPr>
            <a:picLocks noChangeAspect="1" noChangeArrowheads="1"/>
          </p:cNvPicPr>
          <p:nvPr/>
        </p:nvPicPr>
        <p:blipFill>
          <a:blip r:embed="rId3"/>
          <a:srcRect/>
          <a:stretch>
            <a:fillRect/>
          </a:stretch>
        </p:blipFill>
        <p:spPr bwMode="auto">
          <a:xfrm>
            <a:off x="0" y="-24"/>
            <a:ext cx="9144032" cy="6858025"/>
          </a:xfrm>
          <a:prstGeom prst="rect">
            <a:avLst/>
          </a:prstGeom>
          <a:noFill/>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714480" y="5056721"/>
            <a:ext cx="5786478" cy="1477328"/>
          </a:xfrm>
          <a:prstGeom prst="rect">
            <a:avLst/>
          </a:prstGeom>
          <a:noFill/>
        </p:spPr>
        <p:txBody>
          <a:bodyPr wrap="square" rtlCol="0">
            <a:spAutoFit/>
          </a:bodyPr>
          <a:lstStyle/>
          <a:p>
            <a:pPr algn="ctr">
              <a:lnSpc>
                <a:spcPts val="3600"/>
              </a:lnSpc>
            </a:pPr>
            <a:r>
              <a:rPr lang="pt-BR" sz="2800" dirty="0" smtClean="0">
                <a:solidFill>
                  <a:schemeClr val="bg1"/>
                </a:solidFill>
                <a:effectLst>
                  <a:outerShdw blurRad="38100" dist="38100" dir="2700000" algn="tl">
                    <a:srgbClr val="000000">
                      <a:alpha val="43137"/>
                    </a:srgbClr>
                  </a:outerShdw>
                </a:effectLst>
                <a:latin typeface="FrancophilSans" pitchFamily="2" charset="0"/>
              </a:rPr>
              <a:t>A proposta não é criar uma </a:t>
            </a:r>
            <a:r>
              <a:rPr lang="pt-BR" sz="2800" dirty="0" err="1" smtClean="0">
                <a:solidFill>
                  <a:schemeClr val="bg1"/>
                </a:solidFill>
                <a:effectLst>
                  <a:outerShdw blurRad="38100" dist="38100" dir="2700000" algn="tl">
                    <a:srgbClr val="000000">
                      <a:alpha val="43137"/>
                    </a:srgbClr>
                  </a:outerShdw>
                </a:effectLst>
                <a:latin typeface="FrancophilSans" pitchFamily="2" charset="0"/>
              </a:rPr>
              <a:t>Logia</a:t>
            </a:r>
            <a:r>
              <a:rPr lang="pt-BR" sz="2800" dirty="0" smtClean="0">
                <a:solidFill>
                  <a:schemeClr val="bg1"/>
                </a:solidFill>
                <a:effectLst>
                  <a:outerShdw blurRad="38100" dist="38100" dir="2700000" algn="tl">
                    <a:srgbClr val="000000">
                      <a:alpha val="43137"/>
                    </a:srgbClr>
                  </a:outerShdw>
                </a:effectLst>
                <a:latin typeface="FrancophilSans" pitchFamily="2" charset="0"/>
              </a:rPr>
              <a:t> ou uma Grande </a:t>
            </a:r>
            <a:r>
              <a:rPr lang="pt-BR" sz="2800" dirty="0" err="1" smtClean="0">
                <a:solidFill>
                  <a:schemeClr val="bg1"/>
                </a:solidFill>
                <a:effectLst>
                  <a:outerShdw blurRad="38100" dist="38100" dir="2700000" algn="tl">
                    <a:srgbClr val="000000">
                      <a:alpha val="43137"/>
                    </a:srgbClr>
                  </a:outerShdw>
                </a:effectLst>
                <a:latin typeface="FrancophilSans" pitchFamily="2" charset="0"/>
              </a:rPr>
              <a:t>Logia</a:t>
            </a:r>
            <a:r>
              <a:rPr lang="pt-BR" sz="2800" dirty="0" smtClean="0">
                <a:solidFill>
                  <a:schemeClr val="bg1"/>
                </a:solidFill>
                <a:effectLst>
                  <a:outerShdw blurRad="38100" dist="38100" dir="2700000" algn="tl">
                    <a:srgbClr val="000000">
                      <a:alpha val="43137"/>
                    </a:srgbClr>
                  </a:outerShdw>
                </a:effectLst>
                <a:latin typeface="FrancophilSans" pitchFamily="2" charset="0"/>
              </a:rPr>
              <a:t>, ou um organismo próprio de algum Rito.</a:t>
            </a:r>
          </a:p>
        </p:txBody>
      </p:sp>
      <p:sp>
        <p:nvSpPr>
          <p:cNvPr id="5" name="4 Marcador de número de diapositiva"/>
          <p:cNvSpPr>
            <a:spLocks noGrp="1"/>
          </p:cNvSpPr>
          <p:nvPr>
            <p:ph type="sldNum" sz="quarter" idx="12"/>
          </p:nvPr>
        </p:nvSpPr>
        <p:spPr/>
        <p:txBody>
          <a:bodyPr/>
          <a:lstStyle/>
          <a:p>
            <a:fld id="{4171F0A2-0D57-4026-9174-822EA1BAEC0C}" type="slidenum">
              <a:rPr lang="pt-BR" smtClean="0"/>
              <a:pPr/>
              <a:t>39</a:t>
            </a:fld>
            <a:endParaRPr lang="pt-BR"/>
          </a:p>
        </p:txBody>
      </p:sp>
      <p:pic>
        <p:nvPicPr>
          <p:cNvPr id="6" name="5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2530"/>
                                        </p:tgtEl>
                                        <p:attrNameLst>
                                          <p:attrName>style.visibility</p:attrName>
                                        </p:attrNameLst>
                                      </p:cBhvr>
                                      <p:to>
                                        <p:strVal val="visible"/>
                                      </p:to>
                                    </p:set>
                                    <p:animEffect transition="in" filter="fade">
                                      <p:cBhvr>
                                        <p:cTn id="7" dur="2000"/>
                                        <p:tgtEl>
                                          <p:spTgt spid="22530"/>
                                        </p:tgtEl>
                                      </p:cBhvr>
                                    </p:animEffect>
                                  </p:childTnLst>
                                </p:cTn>
                              </p:par>
                            </p:childTnLst>
                          </p:cTn>
                        </p:par>
                        <p:par>
                          <p:cTn id="8" fill="hold">
                            <p:stCondLst>
                              <p:cond delay="2000"/>
                            </p:stCondLst>
                            <p:childTnLst>
                              <p:par>
                                <p:cTn id="9" presetID="12" presetClass="entr" presetSubtype="4" fill="hold" grpId="0" nodeType="afterEffect">
                                  <p:stCondLst>
                                    <p:cond delay="0"/>
                                  </p:stCondLst>
                                  <p:iterate type="wd">
                                    <p:tmPct val="10000"/>
                                  </p:iterate>
                                  <p:childTnLst>
                                    <p:set>
                                      <p:cBhvr>
                                        <p:cTn id="10" dur="1" fill="hold">
                                          <p:stCondLst>
                                            <p:cond delay="0"/>
                                          </p:stCondLst>
                                        </p:cTn>
                                        <p:tgtEl>
                                          <p:spTgt spid="15"/>
                                        </p:tgtEl>
                                        <p:attrNameLst>
                                          <p:attrName>style.visibility</p:attrName>
                                        </p:attrNameLst>
                                      </p:cBhvr>
                                      <p:to>
                                        <p:strVal val="visible"/>
                                      </p:to>
                                    </p:set>
                                    <p:animEffect transition="in" filter="slide(fromBottom)">
                                      <p:cBhvr>
                                        <p:cTn id="1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928662" y="1868868"/>
            <a:ext cx="7286676" cy="3554819"/>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É só criar uma das mais antigas formas de organização dos seres humanos, só que estará administrado e dirigido por maçons em suas duas estruturas; e a través dessa forma de organização, proceder a fazer maçonaria, pura e simplesmente isso, nada a mais, só isso.</a:t>
            </a:r>
          </a:p>
        </p:txBody>
      </p:sp>
      <p:sp>
        <p:nvSpPr>
          <p:cNvPr id="8" name="7 Marcador de número de diapositiva"/>
          <p:cNvSpPr>
            <a:spLocks noGrp="1"/>
          </p:cNvSpPr>
          <p:nvPr>
            <p:ph type="sldNum" sz="quarter" idx="12"/>
          </p:nvPr>
        </p:nvSpPr>
        <p:spPr/>
        <p:txBody>
          <a:bodyPr/>
          <a:lstStyle/>
          <a:p>
            <a:fld id="{4171F0A2-0D57-4026-9174-822EA1BAEC0C}" type="slidenum">
              <a:rPr lang="pt-BR" smtClean="0"/>
              <a:pPr/>
              <a:t>40</a:t>
            </a:fld>
            <a:endParaRPr lang="pt-BR"/>
          </a:p>
        </p:txBody>
      </p:sp>
      <p:pic>
        <p:nvPicPr>
          <p:cNvPr id="9" name="8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8000">
    <p:wedge/>
    <p:sndAc>
      <p:stSnd>
        <p:snd r:embed="rId2" name="hammer.wav" builtIn="1"/>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8" name="7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142976" y="1643050"/>
            <a:ext cx="6858048" cy="4401205"/>
          </a:xfrm>
          <a:prstGeom prst="rect">
            <a:avLst/>
          </a:prstGeom>
          <a:noFill/>
        </p:spPr>
        <p:txBody>
          <a:bodyPr wrap="square" rtlCol="0">
            <a:spAutoFit/>
          </a:bodyPr>
          <a:lstStyle/>
          <a:p>
            <a:pPr algn="ctr">
              <a:lnSpc>
                <a:spcPct val="200000"/>
              </a:lnSpc>
            </a:pPr>
            <a:r>
              <a:rPr lang="pt-BR" sz="2800" dirty="0" smtClean="0">
                <a:effectLst>
                  <a:outerShdw blurRad="38100" dist="38100" dir="2700000" algn="tl">
                    <a:srgbClr val="000000">
                      <a:alpha val="43137"/>
                    </a:srgbClr>
                  </a:outerShdw>
                </a:effectLst>
                <a:latin typeface="FrancophilSans" pitchFamily="2" charset="0"/>
              </a:rPr>
              <a:t>Se depois observamos que é preciso criar uma </a:t>
            </a:r>
            <a:r>
              <a:rPr lang="pt-BR" sz="2800" dirty="0" err="1" smtClean="0">
                <a:effectLst>
                  <a:outerShdw blurRad="38100" dist="38100" dir="2700000" algn="tl">
                    <a:srgbClr val="000000">
                      <a:alpha val="43137"/>
                    </a:srgbClr>
                  </a:outerShdw>
                </a:effectLst>
                <a:latin typeface="FrancophilSans" pitchFamily="2" charset="0"/>
              </a:rPr>
              <a:t>logia</a:t>
            </a:r>
            <a:r>
              <a:rPr lang="pt-BR" sz="2800" dirty="0" smtClean="0">
                <a:effectLst>
                  <a:outerShdw blurRad="38100" dist="38100" dir="2700000" algn="tl">
                    <a:srgbClr val="000000">
                      <a:alpha val="43137"/>
                    </a:srgbClr>
                  </a:outerShdw>
                </a:effectLst>
                <a:latin typeface="FrancophilSans" pitchFamily="2" charset="0"/>
              </a:rPr>
              <a:t>, então isso será outra coisa, mas no inicio será só fazer maçonaria desde sua qualidade filosófica e filantrópica, não institucional ou estrutural.</a:t>
            </a:r>
          </a:p>
        </p:txBody>
      </p:sp>
      <p:sp>
        <p:nvSpPr>
          <p:cNvPr id="9" name="8 Marcador de número de diapositiva"/>
          <p:cNvSpPr>
            <a:spLocks noGrp="1"/>
          </p:cNvSpPr>
          <p:nvPr>
            <p:ph type="sldNum" sz="quarter" idx="12"/>
          </p:nvPr>
        </p:nvSpPr>
        <p:spPr/>
        <p:txBody>
          <a:bodyPr/>
          <a:lstStyle/>
          <a:p>
            <a:fld id="{4171F0A2-0D57-4026-9174-822EA1BAEC0C}" type="slidenum">
              <a:rPr lang="pt-BR" smtClean="0"/>
              <a:pPr/>
              <a:t>41</a:t>
            </a:fld>
            <a:endParaRPr lang="pt-B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sndAc>
      <p:stSnd>
        <p:snd r:embed="rId2" name="hammer.wav" builtIn="1"/>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785786" y="1571612"/>
            <a:ext cx="7572428" cy="4708981"/>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Se vai dar certo ou não, isso vai depender de nossos esforços, mas uma coisa é segura, dando certo ou não, o importante é que estaremos dando o melhor de nós, estaremos colocando nosso grão de areia, nossa pedra nesse edifício que chamamos Templo de Salomão, que é cada uma de nossas pátrias dessa república mundial, como falou o Cavaleiro </a:t>
            </a:r>
            <a:r>
              <a:rPr lang="pt-BR" sz="2800" dirty="0" err="1" smtClean="0">
                <a:effectLst>
                  <a:outerShdw blurRad="38100" dist="38100" dir="2700000" algn="tl">
                    <a:srgbClr val="000000">
                      <a:alpha val="43137"/>
                    </a:srgbClr>
                  </a:outerShdw>
                </a:effectLst>
                <a:latin typeface="FrancophilSans" pitchFamily="2" charset="0"/>
              </a:rPr>
              <a:t>Ramsay</a:t>
            </a:r>
            <a:r>
              <a:rPr lang="pt-BR" sz="2800" dirty="0" smtClean="0">
                <a:effectLst>
                  <a:outerShdw blurRad="38100" dist="38100" dir="2700000" algn="tl">
                    <a:srgbClr val="000000">
                      <a:alpha val="43137"/>
                    </a:srgbClr>
                  </a:outerShdw>
                </a:effectLst>
                <a:latin typeface="FrancophilSans" pitchFamily="2" charset="0"/>
              </a:rPr>
              <a:t> na aquele discurso seu no ano 1738.</a:t>
            </a:r>
          </a:p>
        </p:txBody>
      </p:sp>
      <p:sp>
        <p:nvSpPr>
          <p:cNvPr id="8" name="7 Marcador de número de diapositiva"/>
          <p:cNvSpPr>
            <a:spLocks noGrp="1"/>
          </p:cNvSpPr>
          <p:nvPr>
            <p:ph type="sldNum" sz="quarter" idx="12"/>
          </p:nvPr>
        </p:nvSpPr>
        <p:spPr/>
        <p:txBody>
          <a:bodyPr/>
          <a:lstStyle/>
          <a:p>
            <a:fld id="{4171F0A2-0D57-4026-9174-822EA1BAEC0C}" type="slidenum">
              <a:rPr lang="pt-BR" smtClean="0"/>
              <a:pPr/>
              <a:t>42</a:t>
            </a:fld>
            <a:endParaRPr lang="pt-BR"/>
          </a:p>
        </p:txBody>
      </p:sp>
      <p:pic>
        <p:nvPicPr>
          <p:cNvPr id="9" name="8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5000">
    <p:wedge/>
    <p:sndAc>
      <p:stSnd>
        <p:snd r:embed="rId2" name="hammer.wav" builtIn="1"/>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78851" name="Picture 3"/>
          <p:cNvPicPr>
            <a:picLocks noChangeAspect="1" noChangeArrowheads="1"/>
          </p:cNvPicPr>
          <p:nvPr/>
        </p:nvPicPr>
        <p:blipFill>
          <a:blip r:embed="rId4">
            <a:clrChange>
              <a:clrFrom>
                <a:srgbClr val="006633"/>
              </a:clrFrom>
              <a:clrTo>
                <a:srgbClr val="006633">
                  <a:alpha val="0"/>
                </a:srgbClr>
              </a:clrTo>
            </a:clrChange>
          </a:blip>
          <a:srcRect/>
          <a:stretch>
            <a:fillRect/>
          </a:stretch>
        </p:blipFill>
        <p:spPr bwMode="auto">
          <a:xfrm>
            <a:off x="142844" y="0"/>
            <a:ext cx="3729007" cy="5391162"/>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5">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3857620" y="1500174"/>
            <a:ext cx="4714908" cy="4662943"/>
          </a:xfrm>
          <a:custGeom>
            <a:avLst/>
            <a:gdLst>
              <a:gd name="connsiteX0" fmla="*/ 0 w 5143536"/>
              <a:gd name="connsiteY0" fmla="*/ 0 h 5125634"/>
              <a:gd name="connsiteX1" fmla="*/ 5143536 w 5143536"/>
              <a:gd name="connsiteY1" fmla="*/ 0 h 5125634"/>
              <a:gd name="connsiteX2" fmla="*/ 5143536 w 5143536"/>
              <a:gd name="connsiteY2" fmla="*/ 5125634 h 5125634"/>
              <a:gd name="connsiteX3" fmla="*/ 0 w 5143536"/>
              <a:gd name="connsiteY3" fmla="*/ 5125634 h 5125634"/>
              <a:gd name="connsiteX4" fmla="*/ 0 w 5143536"/>
              <a:gd name="connsiteY4" fmla="*/ 0 h 5125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36" h="5125634">
                <a:moveTo>
                  <a:pt x="0" y="0"/>
                </a:moveTo>
                <a:lnTo>
                  <a:pt x="5143536" y="0"/>
                </a:lnTo>
                <a:lnTo>
                  <a:pt x="5143536" y="5125634"/>
                </a:lnTo>
                <a:lnTo>
                  <a:pt x="0" y="5125634"/>
                </a:lnTo>
                <a:lnTo>
                  <a:pt x="0" y="0"/>
                </a:lnTo>
                <a:close/>
              </a:path>
            </a:pathLst>
          </a:custGeom>
          <a:noFill/>
        </p:spPr>
        <p:txBody>
          <a:bodyPr wrap="square" rtlCol="0">
            <a:spAutoFit/>
          </a:bodyPr>
          <a:lstStyle/>
          <a:p>
            <a:pPr>
              <a:lnSpc>
                <a:spcPts val="4000"/>
              </a:lnSpc>
            </a:pPr>
            <a:r>
              <a:rPr lang="pt-BR" sz="2800" dirty="0" smtClean="0">
                <a:effectLst>
                  <a:outerShdw blurRad="38100" dist="38100" dir="2700000" algn="tl">
                    <a:srgbClr val="000000">
                      <a:alpha val="43137"/>
                    </a:srgbClr>
                  </a:outerShdw>
                </a:effectLst>
                <a:latin typeface="FrancophilSans" pitchFamily="2" charset="0"/>
              </a:rPr>
              <a:t>“O mundo todo não passa de uma república onde cada nação é uma família e cada indivíduo um filho. É para fazer reviver e espalhar estas máximas essenciais, emprestadas da natureza do homem que a nossa Sociedade foi inicialmente estabelecida”.</a:t>
            </a:r>
          </a:p>
        </p:txBody>
      </p:sp>
      <p:sp>
        <p:nvSpPr>
          <p:cNvPr id="8" name="7 Marcador de número de diapositiva"/>
          <p:cNvSpPr>
            <a:spLocks noGrp="1"/>
          </p:cNvSpPr>
          <p:nvPr>
            <p:ph type="sldNum" sz="quarter" idx="12"/>
          </p:nvPr>
        </p:nvSpPr>
        <p:spPr/>
        <p:txBody>
          <a:bodyPr/>
          <a:lstStyle/>
          <a:p>
            <a:fld id="{4171F0A2-0D57-4026-9174-822EA1BAEC0C}" type="slidenum">
              <a:rPr lang="pt-BR" smtClean="0"/>
              <a:pPr/>
              <a:t>43</a:t>
            </a:fld>
            <a:endParaRPr lang="pt-BR"/>
          </a:p>
        </p:txBody>
      </p:sp>
      <p:pic>
        <p:nvPicPr>
          <p:cNvPr id="9" name="8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8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8851"/>
                                        </p:tgtEl>
                                        <p:attrNameLst>
                                          <p:attrName>style.visibility</p:attrName>
                                        </p:attrNameLst>
                                      </p:cBhvr>
                                      <p:to>
                                        <p:strVal val="visible"/>
                                      </p:to>
                                    </p:set>
                                    <p:animEffect transition="in" filter="fade">
                                      <p:cBhvr>
                                        <p:cTn id="7" dur="1000"/>
                                        <p:tgtEl>
                                          <p:spTgt spid="78851"/>
                                        </p:tgtEl>
                                      </p:cBhvr>
                                    </p:animEffect>
                                    <p:anim calcmode="lin" valueType="num">
                                      <p:cBhvr>
                                        <p:cTn id="8" dur="1000" fill="hold"/>
                                        <p:tgtEl>
                                          <p:spTgt spid="78851"/>
                                        </p:tgtEl>
                                        <p:attrNameLst>
                                          <p:attrName>ppt_x</p:attrName>
                                        </p:attrNameLst>
                                      </p:cBhvr>
                                      <p:tavLst>
                                        <p:tav tm="0">
                                          <p:val>
                                            <p:strVal val="#ppt_x"/>
                                          </p:val>
                                        </p:tav>
                                        <p:tav tm="100000">
                                          <p:val>
                                            <p:strVal val="#ppt_x"/>
                                          </p:val>
                                        </p:tav>
                                      </p:tavLst>
                                    </p:anim>
                                    <p:anim calcmode="lin" valueType="num">
                                      <p:cBhvr>
                                        <p:cTn id="9" dur="1000" fill="hold"/>
                                        <p:tgtEl>
                                          <p:spTgt spid="7885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iterate type="wd">
                                    <p:tmPct val="10000"/>
                                  </p:iterate>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500035" y="1643050"/>
            <a:ext cx="8143932" cy="4708981"/>
          </a:xfrm>
          <a:custGeom>
            <a:avLst/>
            <a:gdLst>
              <a:gd name="connsiteX0" fmla="*/ 0 w 5143536"/>
              <a:gd name="connsiteY0" fmla="*/ 0 h 5125634"/>
              <a:gd name="connsiteX1" fmla="*/ 5143536 w 5143536"/>
              <a:gd name="connsiteY1" fmla="*/ 0 h 5125634"/>
              <a:gd name="connsiteX2" fmla="*/ 5143536 w 5143536"/>
              <a:gd name="connsiteY2" fmla="*/ 5125634 h 5125634"/>
              <a:gd name="connsiteX3" fmla="*/ 0 w 5143536"/>
              <a:gd name="connsiteY3" fmla="*/ 5125634 h 5125634"/>
              <a:gd name="connsiteX4" fmla="*/ 0 w 5143536"/>
              <a:gd name="connsiteY4" fmla="*/ 0 h 5125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36" h="5125634">
                <a:moveTo>
                  <a:pt x="0" y="0"/>
                </a:moveTo>
                <a:lnTo>
                  <a:pt x="5143536" y="0"/>
                </a:lnTo>
                <a:lnTo>
                  <a:pt x="5143536" y="5125634"/>
                </a:lnTo>
                <a:lnTo>
                  <a:pt x="0" y="5125634"/>
                </a:lnTo>
                <a:lnTo>
                  <a:pt x="0" y="0"/>
                </a:lnTo>
                <a:close/>
              </a:path>
            </a:pathLst>
          </a:custGeom>
          <a:noFill/>
        </p:spPr>
        <p:txBody>
          <a:bodyPr wrap="square" rtlCol="0">
            <a:spAutoFit/>
          </a:bodyPr>
          <a:lstStyle/>
          <a:p>
            <a:pPr algn="ctr">
              <a:lnSpc>
                <a:spcPts val="4000"/>
              </a:lnSpc>
            </a:pPr>
            <a:r>
              <a:rPr lang="pt-BR" sz="2800" dirty="0" smtClean="0">
                <a:effectLst>
                  <a:outerShdw blurRad="38100" dist="38100" dir="2700000" algn="tl">
                    <a:srgbClr val="000000">
                      <a:alpha val="43137"/>
                    </a:srgbClr>
                  </a:outerShdw>
                </a:effectLst>
                <a:latin typeface="FrancophilSans" pitchFamily="2" charset="0"/>
              </a:rPr>
              <a:t>“... Queremos reunir todos os homens de espírito esclarecido, maneiras gentis e humor agradável, não só pelo amor às belas artes, mas ainda mais pelos grandes princípios de virtude, ciência e religião, onde o interesse da Fraternidade se tornam aqueles de toda a raça humana, onde todas as nações podem recorrer a conhecimentos sólidos, e onde os habitantes de todos os reinos possam aprender a valorizar um ao outro, sem abrir mão de sua pátria...”</a:t>
            </a:r>
          </a:p>
        </p:txBody>
      </p:sp>
      <p:sp>
        <p:nvSpPr>
          <p:cNvPr id="8" name="7 Marcador de número de diapositiva"/>
          <p:cNvSpPr>
            <a:spLocks noGrp="1"/>
          </p:cNvSpPr>
          <p:nvPr>
            <p:ph type="sldNum" sz="quarter" idx="12"/>
          </p:nvPr>
        </p:nvSpPr>
        <p:spPr/>
        <p:txBody>
          <a:bodyPr/>
          <a:lstStyle/>
          <a:p>
            <a:fld id="{4171F0A2-0D57-4026-9174-822EA1BAEC0C}" type="slidenum">
              <a:rPr lang="pt-BR" smtClean="0"/>
              <a:pPr/>
              <a:t>44</a:t>
            </a:fld>
            <a:endParaRPr lang="pt-BR"/>
          </a:p>
        </p:txBody>
      </p:sp>
      <p:pic>
        <p:nvPicPr>
          <p:cNvPr id="9" name="8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1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iterate type="wd">
                                    <p:tmPct val="10000"/>
                                  </p:iterate>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60" name="Picture 12" descr="Apenas Escrituras: &quot;Só sei que nada sei&quot; &quot;Conhece-te a ti mesmo&quot; - Sócrates"/>
          <p:cNvPicPr>
            <a:picLocks noChangeAspect="1" noChangeArrowheads="1"/>
          </p:cNvPicPr>
          <p:nvPr/>
        </p:nvPicPr>
        <p:blipFill>
          <a:blip r:embed="rId5"/>
          <a:srcRect b="27083"/>
          <a:stretch>
            <a:fillRect/>
          </a:stretch>
        </p:blipFill>
        <p:spPr bwMode="auto">
          <a:xfrm rot="20813697">
            <a:off x="-212381" y="2202386"/>
            <a:ext cx="8456457" cy="3238404"/>
          </a:xfrm>
          <a:prstGeom prst="rect">
            <a:avLst/>
          </a:prstGeom>
          <a:ln>
            <a:noFill/>
          </a:ln>
          <a:effectLst>
            <a:outerShdw blurRad="190500" algn="tl" rotWithShape="0">
              <a:srgbClr val="000000">
                <a:alpha val="70000"/>
              </a:srgbClr>
            </a:outerShdw>
          </a:effectLst>
          <a:scene3d>
            <a:camera prst="perspectiveContrastingLeftFacing"/>
            <a:lightRig rig="threePt" dir="t"/>
          </a:scene3d>
        </p:spPr>
      </p:pic>
      <p:sp>
        <p:nvSpPr>
          <p:cNvPr id="7" name="6 Marcador de número de diapositiva"/>
          <p:cNvSpPr>
            <a:spLocks noGrp="1"/>
          </p:cNvSpPr>
          <p:nvPr>
            <p:ph type="sldNum" sz="quarter" idx="12"/>
          </p:nvPr>
        </p:nvSpPr>
        <p:spPr/>
        <p:txBody>
          <a:bodyPr/>
          <a:lstStyle/>
          <a:p>
            <a:fld id="{4171F0A2-0D57-4026-9174-822EA1BAEC0C}" type="slidenum">
              <a:rPr lang="pt-BR" smtClean="0"/>
              <a:pPr/>
              <a:t>45</a:t>
            </a:fld>
            <a:endParaRPr lang="pt-BR"/>
          </a:p>
        </p:txBody>
      </p:sp>
      <p:pic>
        <p:nvPicPr>
          <p:cNvPr id="8" name="7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afterEffect">
                                  <p:stCondLst>
                                    <p:cond delay="0"/>
                                  </p:stCondLst>
                                  <p:childTnLst>
                                    <p:set>
                                      <p:cBhvr>
                                        <p:cTn id="6" dur="1" fill="hold">
                                          <p:stCondLst>
                                            <p:cond delay="0"/>
                                          </p:stCondLst>
                                        </p:cTn>
                                        <p:tgtEl>
                                          <p:spTgt spid="2060"/>
                                        </p:tgtEl>
                                        <p:attrNameLst>
                                          <p:attrName>style.visibility</p:attrName>
                                        </p:attrNameLst>
                                      </p:cBhvr>
                                      <p:to>
                                        <p:strVal val="visible"/>
                                      </p:to>
                                    </p:set>
                                    <p:anim calcmode="lin" valueType="num">
                                      <p:cBhvr>
                                        <p:cTn id="7" dur="500" fill="hold"/>
                                        <p:tgtEl>
                                          <p:spTgt spid="2060"/>
                                        </p:tgtEl>
                                        <p:attrNameLst>
                                          <p:attrName>ppt_w</p:attrName>
                                        </p:attrNameLst>
                                      </p:cBhvr>
                                      <p:tavLst>
                                        <p:tav tm="0">
                                          <p:val>
                                            <p:fltVal val="0"/>
                                          </p:val>
                                        </p:tav>
                                        <p:tav tm="100000">
                                          <p:val>
                                            <p:strVal val="#ppt_w"/>
                                          </p:val>
                                        </p:tav>
                                      </p:tavLst>
                                    </p:anim>
                                    <p:anim calcmode="lin" valueType="num">
                                      <p:cBhvr>
                                        <p:cTn id="8" dur="500" fill="hold"/>
                                        <p:tgtEl>
                                          <p:spTgt spid="2060"/>
                                        </p:tgtEl>
                                        <p:attrNameLst>
                                          <p:attrName>ppt_h</p:attrName>
                                        </p:attrNameLst>
                                      </p:cBhvr>
                                      <p:tavLst>
                                        <p:tav tm="0">
                                          <p:val>
                                            <p:fltVal val="0"/>
                                          </p:val>
                                        </p:tav>
                                        <p:tav tm="100000">
                                          <p:val>
                                            <p:strVal val="#ppt_h"/>
                                          </p:val>
                                        </p:tav>
                                      </p:tavLst>
                                    </p:anim>
                                    <p:animEffect transition="in" filter="fade">
                                      <p:cBhvr>
                                        <p:cTn id="9"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78" name="Picture 30" descr="70 Mejores Frases Sobre La Filantropía - Expande Tu Mente"/>
          <p:cNvPicPr>
            <a:picLocks noChangeAspect="1" noChangeArrowheads="1"/>
          </p:cNvPicPr>
          <p:nvPr/>
        </p:nvPicPr>
        <p:blipFill>
          <a:blip r:embed="rId5">
            <a:duotone>
              <a:prstClr val="black"/>
              <a:schemeClr val="accent6">
                <a:tint val="45000"/>
                <a:satMod val="400000"/>
              </a:schemeClr>
            </a:duotone>
          </a:blip>
          <a:srcRect/>
          <a:stretch>
            <a:fillRect/>
          </a:stretch>
        </p:blipFill>
        <p:spPr bwMode="auto">
          <a:xfrm rot="21187767">
            <a:off x="688397" y="2665636"/>
            <a:ext cx="7686538" cy="2416234"/>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
        <p:nvSpPr>
          <p:cNvPr id="7" name="6 Marcador de número de diapositiva"/>
          <p:cNvSpPr>
            <a:spLocks noGrp="1"/>
          </p:cNvSpPr>
          <p:nvPr>
            <p:ph type="sldNum" sz="quarter" idx="12"/>
          </p:nvPr>
        </p:nvSpPr>
        <p:spPr/>
        <p:txBody>
          <a:bodyPr/>
          <a:lstStyle/>
          <a:p>
            <a:fld id="{4171F0A2-0D57-4026-9174-822EA1BAEC0C}" type="slidenum">
              <a:rPr lang="pt-BR" smtClean="0"/>
              <a:pPr/>
              <a:t>46</a:t>
            </a:fld>
            <a:endParaRPr lang="pt-BR"/>
          </a:p>
        </p:txBody>
      </p:sp>
      <p:pic>
        <p:nvPicPr>
          <p:cNvPr id="10" name="9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7000">
    <p:wedge/>
    <p:sndAc>
      <p:stSnd>
        <p:snd r:embed="rId2" name="hammer.wav" builtIn="1"/>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4">
            <a:clrChange>
              <a:clrFrom>
                <a:srgbClr val="FFFFFF"/>
              </a:clrFrom>
              <a:clrTo>
                <a:srgbClr val="FFFFFF">
                  <a:alpha val="0"/>
                </a:srgbClr>
              </a:clrTo>
            </a:clrChange>
          </a:blip>
          <a:stretch>
            <a:fillRect/>
          </a:stretch>
        </p:blipFill>
        <p:spPr>
          <a:xfrm>
            <a:off x="4247884" y="142852"/>
            <a:ext cx="648233" cy="714380"/>
          </a:xfrm>
          <a:prstGeom prst="rect">
            <a:avLst/>
          </a:prstGeom>
        </p:spPr>
      </p:pic>
      <p:sp>
        <p:nvSpPr>
          <p:cNvPr id="15" name="14 CuadroTexto"/>
          <p:cNvSpPr txBox="1"/>
          <p:nvPr/>
        </p:nvSpPr>
        <p:spPr>
          <a:xfrm>
            <a:off x="1714480" y="1928802"/>
            <a:ext cx="5786478" cy="784830"/>
          </a:xfrm>
          <a:prstGeom prst="rect">
            <a:avLst/>
          </a:prstGeom>
          <a:noFill/>
        </p:spPr>
        <p:txBody>
          <a:bodyPr wrap="square" rtlCol="0">
            <a:spAutoFit/>
          </a:bodyPr>
          <a:lstStyle/>
          <a:p>
            <a:pPr algn="ctr">
              <a:lnSpc>
                <a:spcPts val="5400"/>
              </a:lnSpc>
            </a:pPr>
            <a:r>
              <a:rPr lang="pt-BR" sz="3600" b="1" dirty="0" smtClean="0">
                <a:effectLst>
                  <a:outerShdw blurRad="38100" dist="38100" dir="2700000" algn="tl">
                    <a:srgbClr val="000000">
                      <a:alpha val="43137"/>
                    </a:srgbClr>
                  </a:outerShdw>
                </a:effectLst>
                <a:latin typeface="FrancophilSans" pitchFamily="2" charset="0"/>
              </a:rPr>
              <a:t>Agora... a proposta ...</a:t>
            </a:r>
          </a:p>
        </p:txBody>
      </p:sp>
      <p:pic>
        <p:nvPicPr>
          <p:cNvPr id="1026" name="Picture 2"/>
          <p:cNvPicPr>
            <a:picLocks noChangeAspect="1" noChangeArrowheads="1"/>
          </p:cNvPicPr>
          <p:nvPr/>
        </p:nvPicPr>
        <p:blipFill>
          <a:blip r:embed="rId5"/>
          <a:srcRect/>
          <a:stretch>
            <a:fillRect/>
          </a:stretch>
        </p:blipFill>
        <p:spPr bwMode="auto">
          <a:xfrm>
            <a:off x="3000364" y="2857496"/>
            <a:ext cx="3128712" cy="3186120"/>
          </a:xfrm>
          <a:prstGeom prst="rect">
            <a:avLst/>
          </a:prstGeom>
          <a:noFill/>
          <a:ln w="9525">
            <a:noFill/>
            <a:miter lim="800000"/>
            <a:headEnd/>
            <a:tailEnd/>
          </a:ln>
          <a:effectLst/>
        </p:spPr>
      </p:pic>
      <p:sp>
        <p:nvSpPr>
          <p:cNvPr id="8" name="7 Marcador de número de diapositiva"/>
          <p:cNvSpPr>
            <a:spLocks noGrp="1"/>
          </p:cNvSpPr>
          <p:nvPr>
            <p:ph type="sldNum" sz="quarter" idx="12"/>
          </p:nvPr>
        </p:nvSpPr>
        <p:spPr/>
        <p:txBody>
          <a:bodyPr/>
          <a:lstStyle/>
          <a:p>
            <a:fld id="{4171F0A2-0D57-4026-9174-822EA1BAEC0C}" type="slidenum">
              <a:rPr lang="pt-BR" smtClean="0"/>
              <a:pPr/>
              <a:t>47</a:t>
            </a:fld>
            <a:endParaRPr lang="pt-BR"/>
          </a:p>
        </p:txBody>
      </p:sp>
      <p:pic>
        <p:nvPicPr>
          <p:cNvPr id="9" name="8 Imagen" descr="logo HD 2019 trans.png"/>
          <p:cNvPicPr>
            <a:picLocks noChangeAspect="1"/>
          </p:cNvPicPr>
          <p:nvPr/>
        </p:nvPicPr>
        <p:blipFill>
          <a:blip r:embed="rId6"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7000">
    <p:wedge/>
    <p:sndAc>
      <p:stSnd>
        <p:snd r:embed="rId2" name="hammer.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2000"/>
                                        <p:tgtEl>
                                          <p:spTgt spid="1026"/>
                                        </p:tgtEl>
                                      </p:cBhvr>
                                    </p:animEffect>
                                  </p:childTnLst>
                                </p:cTn>
                              </p:par>
                            </p:childTnLst>
                          </p:cTn>
                        </p:par>
                        <p:par>
                          <p:cTn id="8" fill="hold">
                            <p:stCondLst>
                              <p:cond delay="2000"/>
                            </p:stCondLst>
                            <p:childTnLst>
                              <p:par>
                                <p:cTn id="9" presetID="42" presetClass="entr" presetSubtype="0" fill="hold" grpId="0" nodeType="afterEffect">
                                  <p:stCondLst>
                                    <p:cond delay="0"/>
                                  </p:stCondLst>
                                  <p:iterate type="lt">
                                    <p:tmPct val="10000"/>
                                  </p:iterate>
                                  <p:childTnLst>
                                    <p:set>
                                      <p:cBhvr>
                                        <p:cTn id="10" dur="1" fill="hold">
                                          <p:stCondLst>
                                            <p:cond delay="0"/>
                                          </p:stCondLst>
                                        </p:cTn>
                                        <p:tgtEl>
                                          <p:spTgt spid="15"/>
                                        </p:tgtEl>
                                        <p:attrNameLst>
                                          <p:attrName>style.visibility</p:attrName>
                                        </p:attrNameLst>
                                      </p:cBhvr>
                                      <p:to>
                                        <p:strVal val="visible"/>
                                      </p:to>
                                    </p:set>
                                    <p:animEffect transition="in" filter="fade">
                                      <p:cBhvr>
                                        <p:cTn id="11" dur="1000"/>
                                        <p:tgtEl>
                                          <p:spTgt spid="15"/>
                                        </p:tgtEl>
                                      </p:cBhvr>
                                    </p:animEffect>
                                    <p:anim calcmode="lin" valueType="num">
                                      <p:cBhvr>
                                        <p:cTn id="12" dur="1000" fill="hold"/>
                                        <p:tgtEl>
                                          <p:spTgt spid="15"/>
                                        </p:tgtEl>
                                        <p:attrNameLst>
                                          <p:attrName>ppt_x</p:attrName>
                                        </p:attrNameLst>
                                      </p:cBhvr>
                                      <p:tavLst>
                                        <p:tav tm="0">
                                          <p:val>
                                            <p:strVal val="#ppt_x"/>
                                          </p:val>
                                        </p:tav>
                                        <p:tav tm="100000">
                                          <p:val>
                                            <p:strVal val="#ppt_x"/>
                                          </p:val>
                                        </p:tav>
                                      </p:tavLst>
                                    </p:anim>
                                    <p:anim calcmode="lin" valueType="num">
                                      <p:cBhvr>
                                        <p:cTn id="1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3 Imagen" descr="club.jpg"/>
          <p:cNvPicPr>
            <a:picLocks noChangeAspect="1"/>
          </p:cNvPicPr>
          <p:nvPr/>
        </p:nvPicPr>
        <p:blipFill>
          <a:blip r:embed="rId2">
            <a:clrChange>
              <a:clrFrom>
                <a:srgbClr val="FFFFFF"/>
              </a:clrFrom>
              <a:clrTo>
                <a:srgbClr val="FFFFFF">
                  <a:alpha val="0"/>
                </a:srgbClr>
              </a:clrTo>
            </a:clrChange>
          </a:blip>
          <a:stretch>
            <a:fillRect/>
          </a:stretch>
        </p:blipFill>
        <p:spPr>
          <a:xfrm>
            <a:off x="2857488" y="3357562"/>
            <a:ext cx="3226918" cy="818371"/>
          </a:xfrm>
          <a:prstGeom prst="rect">
            <a:avLst/>
          </a:prstGeom>
        </p:spPr>
      </p:pic>
      <p:pic>
        <p:nvPicPr>
          <p:cNvPr id="5" name="4 Imagen" descr="esperança.jpg"/>
          <p:cNvPicPr>
            <a:picLocks noChangeAspect="1"/>
          </p:cNvPicPr>
          <p:nvPr/>
        </p:nvPicPr>
        <p:blipFill>
          <a:blip r:embed="rId3">
            <a:clrChange>
              <a:clrFrom>
                <a:srgbClr val="FFFFFF"/>
              </a:clrFrom>
              <a:clrTo>
                <a:srgbClr val="FFFFFF">
                  <a:alpha val="0"/>
                </a:srgbClr>
              </a:clrTo>
            </a:clrChange>
          </a:blip>
          <a:stretch>
            <a:fillRect/>
          </a:stretch>
        </p:blipFill>
        <p:spPr>
          <a:xfrm>
            <a:off x="714348" y="4355912"/>
            <a:ext cx="7643866" cy="930476"/>
          </a:xfrm>
          <a:prstGeom prst="rect">
            <a:avLst/>
          </a:prstGeom>
        </p:spPr>
      </p:pic>
      <p:pic>
        <p:nvPicPr>
          <p:cNvPr id="8" name="7 Imagen" descr="contigo_siempre.jpg"/>
          <p:cNvPicPr>
            <a:picLocks noChangeAspect="1"/>
          </p:cNvPicPr>
          <p:nvPr/>
        </p:nvPicPr>
        <p:blipFill>
          <a:blip r:embed="rId4">
            <a:clrChange>
              <a:clrFrom>
                <a:srgbClr val="FFFFFF"/>
              </a:clrFrom>
              <a:clrTo>
                <a:srgbClr val="FFFFFF">
                  <a:alpha val="0"/>
                </a:srgbClr>
              </a:clrTo>
            </a:clrChange>
          </a:blip>
          <a:stretch>
            <a:fillRect/>
          </a:stretch>
        </p:blipFill>
        <p:spPr>
          <a:xfrm>
            <a:off x="2092569" y="1085655"/>
            <a:ext cx="4887425" cy="795758"/>
          </a:xfrm>
          <a:prstGeom prst="rect">
            <a:avLst/>
          </a:prstGeom>
        </p:spPr>
      </p:pic>
      <p:grpSp>
        <p:nvGrpSpPr>
          <p:cNvPr id="2" name="13 Grupo"/>
          <p:cNvGrpSpPr/>
          <p:nvPr/>
        </p:nvGrpSpPr>
        <p:grpSpPr>
          <a:xfrm>
            <a:off x="714348" y="1928802"/>
            <a:ext cx="7643866" cy="2273679"/>
            <a:chOff x="714348" y="1928802"/>
            <a:chExt cx="7643866" cy="2273679"/>
          </a:xfrm>
        </p:grpSpPr>
        <p:pic>
          <p:nvPicPr>
            <p:cNvPr id="11" name="10 Imagen" descr="isologo_der.jpg"/>
            <p:cNvPicPr>
              <a:picLocks noChangeAspect="1"/>
            </p:cNvPicPr>
            <p:nvPr/>
          </p:nvPicPr>
          <p:blipFill>
            <a:blip r:embed="rId5">
              <a:clrChange>
                <a:clrFrom>
                  <a:srgbClr val="FFFFFF"/>
                </a:clrFrom>
                <a:clrTo>
                  <a:srgbClr val="FFFFFF">
                    <a:alpha val="0"/>
                  </a:srgbClr>
                </a:clrTo>
              </a:clrChange>
            </a:blip>
            <a:stretch>
              <a:fillRect/>
            </a:stretch>
          </p:blipFill>
          <p:spPr>
            <a:xfrm>
              <a:off x="714348" y="1928802"/>
              <a:ext cx="2071702" cy="2273679"/>
            </a:xfrm>
            <a:prstGeom prst="rect">
              <a:avLst/>
            </a:prstGeom>
          </p:spPr>
        </p:pic>
        <p:pic>
          <p:nvPicPr>
            <p:cNvPr id="12" name="11 Imagen" descr="isologo_izq.jpg"/>
            <p:cNvPicPr>
              <a:picLocks noChangeAspect="1"/>
            </p:cNvPicPr>
            <p:nvPr/>
          </p:nvPicPr>
          <p:blipFill>
            <a:blip r:embed="rId6">
              <a:clrChange>
                <a:clrFrom>
                  <a:srgbClr val="FFFFFF"/>
                </a:clrFrom>
                <a:clrTo>
                  <a:srgbClr val="FFFFFF">
                    <a:alpha val="0"/>
                  </a:srgbClr>
                </a:clrTo>
              </a:clrChange>
            </a:blip>
            <a:stretch>
              <a:fillRect/>
            </a:stretch>
          </p:blipFill>
          <p:spPr>
            <a:xfrm>
              <a:off x="6286512" y="1928802"/>
              <a:ext cx="2071702" cy="2273679"/>
            </a:xfrm>
            <a:prstGeom prst="rect">
              <a:avLst/>
            </a:prstGeom>
          </p:spPr>
        </p:pic>
      </p:grpSp>
      <p:sp>
        <p:nvSpPr>
          <p:cNvPr id="9" name="8 Marcador de número de diapositiva"/>
          <p:cNvSpPr>
            <a:spLocks noGrp="1"/>
          </p:cNvSpPr>
          <p:nvPr>
            <p:ph type="sldNum" sz="quarter" idx="12"/>
          </p:nvPr>
        </p:nvSpPr>
        <p:spPr/>
        <p:txBody>
          <a:bodyPr/>
          <a:lstStyle/>
          <a:p>
            <a:fld id="{4171F0A2-0D57-4026-9174-822EA1BAEC0C}" type="slidenum">
              <a:rPr lang="pt-BR" smtClean="0"/>
              <a:pPr/>
              <a:t>48</a:t>
            </a:fld>
            <a:endParaRPr lang="pt-BR"/>
          </a:p>
        </p:txBody>
      </p:sp>
      <p:pic>
        <p:nvPicPr>
          <p:cNvPr id="10" name="9 Imagen" descr="logo HD 2019 trans.png"/>
          <p:cNvPicPr>
            <a:picLocks noChangeAspect="1"/>
          </p:cNvPicPr>
          <p:nvPr/>
        </p:nvPicPr>
        <p:blipFill>
          <a:blip r:embed="rId7"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3000" fill="hold"/>
                                        <p:tgtEl>
                                          <p:spTgt spid="2"/>
                                        </p:tgtEl>
                                        <p:attrNameLst>
                                          <p:attrName>ppt_w</p:attrName>
                                        </p:attrNameLst>
                                      </p:cBhvr>
                                      <p:tavLst>
                                        <p:tav tm="0">
                                          <p:val>
                                            <p:fltVal val="0"/>
                                          </p:val>
                                        </p:tav>
                                        <p:tav tm="100000">
                                          <p:val>
                                            <p:strVal val="#ppt_w"/>
                                          </p:val>
                                        </p:tav>
                                      </p:tavLst>
                                    </p:anim>
                                    <p:anim calcmode="lin" valueType="num">
                                      <p:cBhvr>
                                        <p:cTn id="8" dur="3000" fill="hold"/>
                                        <p:tgtEl>
                                          <p:spTgt spid="2"/>
                                        </p:tgtEl>
                                        <p:attrNameLst>
                                          <p:attrName>ppt_h</p:attrName>
                                        </p:attrNameLst>
                                      </p:cBhvr>
                                      <p:tavLst>
                                        <p:tav tm="0">
                                          <p:val>
                                            <p:fltVal val="0"/>
                                          </p:val>
                                        </p:tav>
                                        <p:tav tm="100000">
                                          <p:val>
                                            <p:strVal val="#ppt_h"/>
                                          </p:val>
                                        </p:tav>
                                      </p:tavLst>
                                    </p:anim>
                                  </p:childTnLst>
                                </p:cTn>
                              </p:par>
                            </p:childTnLst>
                          </p:cTn>
                        </p:par>
                        <p:par>
                          <p:cTn id="9" fill="hold">
                            <p:stCondLst>
                              <p:cond delay="3000"/>
                            </p:stCondLst>
                            <p:childTnLst>
                              <p:par>
                                <p:cTn id="10" presetID="23" presetClass="entr" presetSubtype="16"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2000" fill="hold"/>
                                        <p:tgtEl>
                                          <p:spTgt spid="4"/>
                                        </p:tgtEl>
                                        <p:attrNameLst>
                                          <p:attrName>ppt_w</p:attrName>
                                        </p:attrNameLst>
                                      </p:cBhvr>
                                      <p:tavLst>
                                        <p:tav tm="0">
                                          <p:val>
                                            <p:fltVal val="0"/>
                                          </p:val>
                                        </p:tav>
                                        <p:tav tm="100000">
                                          <p:val>
                                            <p:strVal val="#ppt_w"/>
                                          </p:val>
                                        </p:tav>
                                      </p:tavLst>
                                    </p:anim>
                                    <p:anim calcmode="lin" valueType="num">
                                      <p:cBhvr>
                                        <p:cTn id="13" dur="2000" fill="hold"/>
                                        <p:tgtEl>
                                          <p:spTgt spid="4"/>
                                        </p:tgtEl>
                                        <p:attrNameLst>
                                          <p:attrName>ppt_h</p:attrName>
                                        </p:attrNameLst>
                                      </p:cBhvr>
                                      <p:tavLst>
                                        <p:tav tm="0">
                                          <p:val>
                                            <p:fltVal val="0"/>
                                          </p:val>
                                        </p:tav>
                                        <p:tav tm="100000">
                                          <p:val>
                                            <p:strVal val="#ppt_h"/>
                                          </p:val>
                                        </p:tav>
                                      </p:tavLst>
                                    </p:anim>
                                  </p:childTnLst>
                                </p:cTn>
                              </p:par>
                            </p:childTnLst>
                          </p:cTn>
                        </p:par>
                        <p:par>
                          <p:cTn id="14" fill="hold">
                            <p:stCondLst>
                              <p:cond delay="5000"/>
                            </p:stCondLst>
                            <p:childTnLst>
                              <p:par>
                                <p:cTn id="15" presetID="23" presetClass="entr" presetSubtype="16"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2000" fill="hold"/>
                                        <p:tgtEl>
                                          <p:spTgt spid="5"/>
                                        </p:tgtEl>
                                        <p:attrNameLst>
                                          <p:attrName>ppt_w</p:attrName>
                                        </p:attrNameLst>
                                      </p:cBhvr>
                                      <p:tavLst>
                                        <p:tav tm="0">
                                          <p:val>
                                            <p:fltVal val="0"/>
                                          </p:val>
                                        </p:tav>
                                        <p:tav tm="100000">
                                          <p:val>
                                            <p:strVal val="#ppt_w"/>
                                          </p:val>
                                        </p:tav>
                                      </p:tavLst>
                                    </p:anim>
                                    <p:anim calcmode="lin" valueType="num">
                                      <p:cBhvr>
                                        <p:cTn id="18" dur="2000" fill="hold"/>
                                        <p:tgtEl>
                                          <p:spTgt spid="5"/>
                                        </p:tgtEl>
                                        <p:attrNameLst>
                                          <p:attrName>ppt_h</p:attrName>
                                        </p:attrNameLst>
                                      </p:cBhvr>
                                      <p:tavLst>
                                        <p:tav tm="0">
                                          <p:val>
                                            <p:fltVal val="0"/>
                                          </p:val>
                                        </p:tav>
                                        <p:tav tm="100000">
                                          <p:val>
                                            <p:strVal val="#ppt_h"/>
                                          </p:val>
                                        </p:tav>
                                      </p:tavLst>
                                    </p:anim>
                                  </p:childTnLst>
                                </p:cTn>
                              </p:par>
                            </p:childTnLst>
                          </p:cTn>
                        </p:par>
                        <p:par>
                          <p:cTn id="19" fill="hold">
                            <p:stCondLst>
                              <p:cond delay="7000"/>
                            </p:stCondLst>
                            <p:childTnLst>
                              <p:par>
                                <p:cTn id="20" presetID="10" presetClass="entr" presetSubtype="0" fill="hold"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gradFill flip="none" rotWithShape="1">
          <a:gsLst>
            <a:gs pos="63000">
              <a:srgbClr val="DDEBCF"/>
            </a:gs>
            <a:gs pos="72000">
              <a:srgbClr val="DDEBCF">
                <a:alpha val="37000"/>
              </a:srgbClr>
            </a:gs>
            <a:gs pos="72000">
              <a:srgbClr val="DDEBCF">
                <a:alpha val="37000"/>
              </a:srgbClr>
            </a:gs>
            <a:gs pos="50000">
              <a:srgbClr val="9CB86E"/>
            </a:gs>
            <a:gs pos="64000">
              <a:srgbClr val="156B13"/>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6" name="5 CuadroTexto"/>
          <p:cNvSpPr txBox="1"/>
          <p:nvPr/>
        </p:nvSpPr>
        <p:spPr>
          <a:xfrm>
            <a:off x="428596" y="1214422"/>
            <a:ext cx="8286808" cy="5262979"/>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Proporcionar aos habitantes da freguesia onde o Clube se insere, as melhores ferramentas que lhes permitam alcançar o melhor conhecimento das suas potencialidades e capacidades, pontos fortes e competências, que lhes permitam adquirir, individual e coletivamente, a confiança necessária que ajuda definir e alcançar objetivos pessoais e coletivos que melhorem e beneficiem suas atuais condições de vida.</a:t>
            </a:r>
          </a:p>
        </p:txBody>
      </p:sp>
      <p:pic>
        <p:nvPicPr>
          <p:cNvPr id="8" name="7 Imagen" descr="isologo_der.jpg"/>
          <p:cNvPicPr>
            <a:picLocks noChangeAspect="1"/>
          </p:cNvPicPr>
          <p:nvPr/>
        </p:nvPicPr>
        <p:blipFill>
          <a:blip r:embed="rId2" cstate="print"/>
          <a:stretch>
            <a:fillRect/>
          </a:stretch>
        </p:blipFill>
        <p:spPr>
          <a:xfrm>
            <a:off x="8143900" y="214290"/>
            <a:ext cx="715990" cy="785794"/>
          </a:xfrm>
          <a:prstGeom prst="rect">
            <a:avLst/>
          </a:prstGeom>
        </p:spPr>
      </p:pic>
      <p:sp>
        <p:nvSpPr>
          <p:cNvPr id="12" name="11 CuadroTexto"/>
          <p:cNvSpPr txBox="1"/>
          <p:nvPr/>
        </p:nvSpPr>
        <p:spPr>
          <a:xfrm>
            <a:off x="3571868" y="571480"/>
            <a:ext cx="2000264" cy="553998"/>
          </a:xfrm>
          <a:prstGeom prst="rect">
            <a:avLst/>
          </a:prstGeom>
          <a:noFill/>
        </p:spPr>
        <p:txBody>
          <a:bodyPr wrap="square" rtlCol="0">
            <a:spAutoFit/>
          </a:bodyPr>
          <a:lstStyle/>
          <a:p>
            <a:pPr algn="ctr">
              <a:lnSpc>
                <a:spcPts val="3600"/>
              </a:lnSpc>
            </a:pPr>
            <a:r>
              <a:rPr lang="pt-BR" sz="3600" dirty="0" smtClean="0">
                <a:effectLst>
                  <a:outerShdw blurRad="38100" dist="38100" dir="2700000" algn="tl">
                    <a:srgbClr val="000000">
                      <a:alpha val="43137"/>
                    </a:srgbClr>
                  </a:outerShdw>
                </a:effectLst>
                <a:latin typeface="FrancophilSans" pitchFamily="2" charset="0"/>
              </a:rPr>
              <a:t>Missão:</a:t>
            </a:r>
          </a:p>
        </p:txBody>
      </p:sp>
      <p:sp>
        <p:nvSpPr>
          <p:cNvPr id="5" name="4 Marcador de número de diapositiva"/>
          <p:cNvSpPr>
            <a:spLocks noGrp="1"/>
          </p:cNvSpPr>
          <p:nvPr>
            <p:ph type="sldNum" sz="quarter" idx="12"/>
          </p:nvPr>
        </p:nvSpPr>
        <p:spPr/>
        <p:txBody>
          <a:bodyPr/>
          <a:lstStyle/>
          <a:p>
            <a:fld id="{4171F0A2-0D57-4026-9174-822EA1BAEC0C}" type="slidenum">
              <a:rPr lang="pt-BR" smtClean="0"/>
              <a:pPr/>
              <a:t>49</a:t>
            </a:fld>
            <a:endParaRPr lang="pt-BR"/>
          </a:p>
        </p:txBody>
      </p:sp>
      <p:pic>
        <p:nvPicPr>
          <p:cNvPr id="7" name="6 Imagen" descr="logo HD 2019 trans.png"/>
          <p:cNvPicPr>
            <a:picLocks noChangeAspect="1"/>
          </p:cNvPicPr>
          <p:nvPr/>
        </p:nvPicPr>
        <p:blipFill>
          <a:blip r:embed="rId3"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3000">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par>
                                <p:cTn id="13" presetID="42" presetClass="entr" presetSubtype="0" fill="hold" grpId="0" nodeType="withEffect">
                                  <p:stCondLst>
                                    <p:cond delay="0"/>
                                  </p:stCondLst>
                                  <p:iterate type="wd">
                                    <p:tmPct val="10000"/>
                                  </p:iterate>
                                  <p:childTnLst>
                                    <p:set>
                                      <p:cBhvr>
                                        <p:cTn id="14" dur="1" fill="hold">
                                          <p:stCondLst>
                                            <p:cond delay="0"/>
                                          </p:stCondLst>
                                        </p:cTn>
                                        <p:tgtEl>
                                          <p:spTgt spid="6"/>
                                        </p:tgtEl>
                                        <p:attrNameLst>
                                          <p:attrName>style.visibility</p:attrName>
                                        </p:attrNameLst>
                                      </p:cBhvr>
                                      <p:to>
                                        <p:strVal val="visible"/>
                                      </p:to>
                                    </p:set>
                                    <p:animEffect transition="in" filter="fade">
                                      <p:cBhvr>
                                        <p:cTn id="15" dur="1000"/>
                                        <p:tgtEl>
                                          <p:spTgt spid="6"/>
                                        </p:tgtEl>
                                      </p:cBhvr>
                                    </p:animEffect>
                                    <p:anim calcmode="lin" valueType="num">
                                      <p:cBhvr>
                                        <p:cTn id="16" dur="1000" fill="hold"/>
                                        <p:tgtEl>
                                          <p:spTgt spid="6"/>
                                        </p:tgtEl>
                                        <p:attrNameLst>
                                          <p:attrName>ppt_x</p:attrName>
                                        </p:attrNameLst>
                                      </p:cBhvr>
                                      <p:tavLst>
                                        <p:tav tm="0">
                                          <p:val>
                                            <p:strVal val="#ppt_x"/>
                                          </p:val>
                                        </p:tav>
                                        <p:tav tm="100000">
                                          <p:val>
                                            <p:strVal val="#ppt_x"/>
                                          </p:val>
                                        </p:tav>
                                      </p:tavLst>
                                    </p:anim>
                                    <p:anim calcmode="lin" valueType="num">
                                      <p:cBhvr>
                                        <p:cTn id="1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bg>
      <p:bgPr>
        <a:gradFill flip="none" rotWithShape="1">
          <a:gsLst>
            <a:gs pos="63000">
              <a:srgbClr val="DDEBCF"/>
            </a:gs>
            <a:gs pos="72000">
              <a:srgbClr val="DDEBCF">
                <a:alpha val="37000"/>
              </a:srgbClr>
            </a:gs>
            <a:gs pos="72000">
              <a:srgbClr val="DDEBCF">
                <a:alpha val="37000"/>
              </a:srgbClr>
            </a:gs>
            <a:gs pos="50000">
              <a:srgbClr val="9CB86E"/>
            </a:gs>
            <a:gs pos="64000">
              <a:srgbClr val="156B13"/>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6" name="5 CuadroTexto"/>
          <p:cNvSpPr txBox="1"/>
          <p:nvPr/>
        </p:nvSpPr>
        <p:spPr>
          <a:xfrm>
            <a:off x="1714480" y="1456687"/>
            <a:ext cx="6715172" cy="4401205"/>
          </a:xfrm>
          <a:prstGeom prst="rect">
            <a:avLst/>
          </a:prstGeom>
          <a:noFill/>
        </p:spPr>
        <p:txBody>
          <a:bodyPr wrap="square" rtlCol="0">
            <a:spAutoFit/>
          </a:bodyPr>
          <a:lstStyle/>
          <a:p>
            <a:pPr>
              <a:lnSpc>
                <a:spcPct val="200000"/>
              </a:lnSpc>
            </a:pPr>
            <a:r>
              <a:rPr lang="pt-BR" sz="2800" dirty="0" smtClean="0">
                <a:effectLst>
                  <a:outerShdw blurRad="38100" dist="38100" dir="2700000" algn="tl">
                    <a:srgbClr val="000000">
                      <a:alpha val="43137"/>
                    </a:srgbClr>
                  </a:outerShdw>
                </a:effectLst>
                <a:latin typeface="FrancophilSans" pitchFamily="2" charset="0"/>
              </a:rPr>
              <a:t>Ser, no mais curto espaço de tempo possível, o Clube onde os habitantes da freguesia obtêm a </a:t>
            </a:r>
            <a:r>
              <a:rPr lang="pt-BR" sz="2800" b="1" dirty="0" smtClean="0">
                <a:effectLst>
                  <a:outerShdw blurRad="38100" dist="38100" dir="2700000" algn="tl">
                    <a:srgbClr val="000000">
                      <a:alpha val="43137"/>
                    </a:srgbClr>
                  </a:outerShdw>
                </a:effectLst>
                <a:latin typeface="FrancophilSans" pitchFamily="2" charset="0"/>
              </a:rPr>
              <a:t>ESPERANÇA</a:t>
            </a:r>
            <a:r>
              <a:rPr lang="pt-BR" sz="2800" dirty="0" smtClean="0">
                <a:effectLst>
                  <a:outerShdw blurRad="38100" dist="38100" dir="2700000" algn="tl">
                    <a:srgbClr val="000000">
                      <a:alpha val="43137"/>
                    </a:srgbClr>
                  </a:outerShdw>
                </a:effectLst>
                <a:latin typeface="FrancophilSans" pitchFamily="2" charset="0"/>
              </a:rPr>
              <a:t> de um futuro melhor com base no seu próprio esforço, constância e adequada dedicação.</a:t>
            </a:r>
          </a:p>
        </p:txBody>
      </p:sp>
      <p:pic>
        <p:nvPicPr>
          <p:cNvPr id="5" name="4 Imagen" descr="isologo_der.jpg"/>
          <p:cNvPicPr>
            <a:picLocks noChangeAspect="1"/>
          </p:cNvPicPr>
          <p:nvPr/>
        </p:nvPicPr>
        <p:blipFill>
          <a:blip r:embed="rId2" cstate="print"/>
          <a:stretch>
            <a:fillRect/>
          </a:stretch>
        </p:blipFill>
        <p:spPr>
          <a:xfrm>
            <a:off x="8143900" y="214290"/>
            <a:ext cx="715990" cy="785794"/>
          </a:xfrm>
          <a:prstGeom prst="rect">
            <a:avLst/>
          </a:prstGeom>
        </p:spPr>
      </p:pic>
      <p:sp>
        <p:nvSpPr>
          <p:cNvPr id="8" name="7 CuadroTexto"/>
          <p:cNvSpPr txBox="1"/>
          <p:nvPr/>
        </p:nvSpPr>
        <p:spPr>
          <a:xfrm>
            <a:off x="357158" y="588986"/>
            <a:ext cx="2000264" cy="553998"/>
          </a:xfrm>
          <a:prstGeom prst="rect">
            <a:avLst/>
          </a:prstGeom>
          <a:noFill/>
        </p:spPr>
        <p:txBody>
          <a:bodyPr wrap="square" rtlCol="0">
            <a:spAutoFit/>
          </a:bodyPr>
          <a:lstStyle/>
          <a:p>
            <a:pPr>
              <a:lnSpc>
                <a:spcPts val="3600"/>
              </a:lnSpc>
            </a:pPr>
            <a:r>
              <a:rPr lang="pt-BR" sz="3600" b="1" dirty="0" smtClean="0">
                <a:effectLst>
                  <a:outerShdw blurRad="38100" dist="38100" dir="2700000" algn="tl">
                    <a:srgbClr val="000000">
                      <a:alpha val="43137"/>
                    </a:srgbClr>
                  </a:outerShdw>
                </a:effectLst>
                <a:latin typeface="FrancophilSans" pitchFamily="2" charset="0"/>
              </a:rPr>
              <a:t>Visão</a:t>
            </a: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50</a:t>
            </a:fld>
            <a:endParaRPr lang="pt-BR"/>
          </a:p>
        </p:txBody>
      </p:sp>
      <p:pic>
        <p:nvPicPr>
          <p:cNvPr id="9" name="8 Imagen" descr="logo HD 2019 trans.png"/>
          <p:cNvPicPr>
            <a:picLocks noChangeAspect="1"/>
          </p:cNvPicPr>
          <p:nvPr/>
        </p:nvPicPr>
        <p:blipFill>
          <a:blip r:embed="rId3"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iterate type="wd">
                                    <p:tmPct val="10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gradFill flip="none" rotWithShape="1">
          <a:gsLst>
            <a:gs pos="63000">
              <a:schemeClr val="accent3">
                <a:lumMod val="20000"/>
                <a:lumOff val="80000"/>
              </a:schemeClr>
            </a:gs>
            <a:gs pos="72000">
              <a:srgbClr val="DDEBCF">
                <a:alpha val="37000"/>
              </a:srgbClr>
            </a:gs>
            <a:gs pos="72000">
              <a:srgbClr val="DDEBCF">
                <a:alpha val="37000"/>
              </a:srgbClr>
            </a:gs>
            <a:gs pos="50000">
              <a:srgbClr val="9CB86E"/>
            </a:gs>
            <a:gs pos="64000">
              <a:srgbClr val="156B13"/>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6" name="5 CuadroTexto"/>
          <p:cNvSpPr txBox="1"/>
          <p:nvPr/>
        </p:nvSpPr>
        <p:spPr>
          <a:xfrm>
            <a:off x="214282" y="1242373"/>
            <a:ext cx="8643998" cy="4401205"/>
          </a:xfrm>
          <a:prstGeom prst="rect">
            <a:avLst/>
          </a:prstGeom>
          <a:noFill/>
        </p:spPr>
        <p:txBody>
          <a:bodyPr wrap="square" rtlCol="0">
            <a:spAutoFit/>
          </a:bodyPr>
          <a:lstStyle/>
          <a:p>
            <a:pPr algn="ctr">
              <a:lnSpc>
                <a:spcPct val="200000"/>
              </a:lnSpc>
            </a:pPr>
            <a:r>
              <a:rPr lang="pt-BR" sz="2800" dirty="0" smtClean="0">
                <a:effectLst>
                  <a:outerShdw blurRad="38100" dist="38100" dir="2700000" algn="tl">
                    <a:srgbClr val="000000">
                      <a:alpha val="43137"/>
                    </a:srgbClr>
                  </a:outerShdw>
                </a:effectLst>
                <a:latin typeface="FrancophilSans" pitchFamily="2" charset="0"/>
              </a:rPr>
              <a:t>Dar à sociedade brasileira motivos para se manter fiel à tradição republicana, pois é essa tradição que lhe permitirá não só manter a </a:t>
            </a:r>
            <a:r>
              <a:rPr lang="pt-BR" sz="2800" b="1" dirty="0" smtClean="0">
                <a:effectLst>
                  <a:outerShdw blurRad="38100" dist="38100" dir="2700000" algn="tl">
                    <a:srgbClr val="000000">
                      <a:alpha val="43137"/>
                    </a:srgbClr>
                  </a:outerShdw>
                </a:effectLst>
                <a:latin typeface="FrancophilSans" pitchFamily="2" charset="0"/>
              </a:rPr>
              <a:t>ESPERANÇA</a:t>
            </a:r>
            <a:r>
              <a:rPr lang="pt-BR" sz="2800" dirty="0" smtClean="0">
                <a:effectLst>
                  <a:outerShdw blurRad="38100" dist="38100" dir="2700000" algn="tl">
                    <a:srgbClr val="000000">
                      <a:alpha val="43137"/>
                    </a:srgbClr>
                  </a:outerShdw>
                </a:effectLst>
                <a:latin typeface="FrancophilSans" pitchFamily="2" charset="0"/>
              </a:rPr>
              <a:t> de um futuro melhor, mas também alcançá-lo, amá-lo, cuidar dele, desenvolvê-lo, defendê-lo, etc., com seu esforço e dedicação.</a:t>
            </a:r>
            <a:endParaRPr lang="pt-BR" sz="2800" dirty="0">
              <a:effectLst>
                <a:outerShdw blurRad="38100" dist="38100" dir="2700000" algn="tl">
                  <a:srgbClr val="000000">
                    <a:alpha val="43137"/>
                  </a:srgbClr>
                </a:outerShdw>
              </a:effectLst>
              <a:latin typeface="FrancophilSans" pitchFamily="2" charset="0"/>
            </a:endParaRPr>
          </a:p>
        </p:txBody>
      </p:sp>
      <p:pic>
        <p:nvPicPr>
          <p:cNvPr id="5" name="4 Imagen" descr="isologo_der.jpg"/>
          <p:cNvPicPr>
            <a:picLocks noChangeAspect="1"/>
          </p:cNvPicPr>
          <p:nvPr/>
        </p:nvPicPr>
        <p:blipFill>
          <a:blip r:embed="rId2" cstate="print"/>
          <a:stretch>
            <a:fillRect/>
          </a:stretch>
        </p:blipFill>
        <p:spPr>
          <a:xfrm flipH="1">
            <a:off x="212672" y="5857892"/>
            <a:ext cx="715990" cy="785794"/>
          </a:xfrm>
          <a:prstGeom prst="rect">
            <a:avLst/>
          </a:prstGeom>
        </p:spPr>
      </p:pic>
      <p:sp>
        <p:nvSpPr>
          <p:cNvPr id="8" name="7 CuadroTexto"/>
          <p:cNvSpPr txBox="1"/>
          <p:nvPr/>
        </p:nvSpPr>
        <p:spPr>
          <a:xfrm>
            <a:off x="3786182" y="500042"/>
            <a:ext cx="2000264" cy="553998"/>
          </a:xfrm>
          <a:prstGeom prst="rect">
            <a:avLst/>
          </a:prstGeom>
          <a:noFill/>
        </p:spPr>
        <p:txBody>
          <a:bodyPr wrap="square" rtlCol="0">
            <a:spAutoFit/>
          </a:bodyPr>
          <a:lstStyle/>
          <a:p>
            <a:pPr algn="ctr">
              <a:lnSpc>
                <a:spcPts val="3600"/>
              </a:lnSpc>
            </a:pPr>
            <a:r>
              <a:rPr lang="pt-BR" sz="3600" b="1" dirty="0" smtClean="0">
                <a:effectLst>
                  <a:outerShdw blurRad="38100" dist="38100" dir="2700000" algn="tl">
                    <a:srgbClr val="000000">
                      <a:alpha val="43137"/>
                    </a:srgbClr>
                  </a:outerShdw>
                </a:effectLst>
                <a:latin typeface="FrancophilSans" pitchFamily="2" charset="0"/>
              </a:rPr>
              <a:t>Sentido</a:t>
            </a: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51</a:t>
            </a:fld>
            <a:endParaRPr lang="pt-BR"/>
          </a:p>
        </p:txBody>
      </p:sp>
      <p:pic>
        <p:nvPicPr>
          <p:cNvPr id="9" name="8 Imagen" descr="logo HD 2019 trans.png"/>
          <p:cNvPicPr>
            <a:picLocks noChangeAspect="1"/>
          </p:cNvPicPr>
          <p:nvPr/>
        </p:nvPicPr>
        <p:blipFill>
          <a:blip r:embed="rId3"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7000">
    <p:whee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iterate type="wd">
                                    <p:tmPct val="10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gradFill flip="none" rotWithShape="1">
          <a:gsLst>
            <a:gs pos="63000">
              <a:srgbClr val="DDEBCF">
                <a:alpha val="37000"/>
              </a:srgbClr>
            </a:gs>
            <a:gs pos="72000">
              <a:srgbClr val="DDEBCF">
                <a:alpha val="37000"/>
              </a:srgbClr>
            </a:gs>
            <a:gs pos="72000">
              <a:srgbClr val="DDEBCF">
                <a:alpha val="37000"/>
              </a:srgbClr>
            </a:gs>
            <a:gs pos="50000">
              <a:srgbClr val="9CB86E"/>
            </a:gs>
            <a:gs pos="64000">
              <a:srgbClr val="156B13"/>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6" name="5 CuadroTexto"/>
          <p:cNvSpPr txBox="1"/>
          <p:nvPr/>
        </p:nvSpPr>
        <p:spPr>
          <a:xfrm>
            <a:off x="1071538" y="1571612"/>
            <a:ext cx="7643866" cy="4247317"/>
          </a:xfrm>
          <a:prstGeom prst="rect">
            <a:avLst/>
          </a:prstGeom>
          <a:noFill/>
        </p:spPr>
        <p:txBody>
          <a:bodyPr wrap="square" rtlCol="0">
            <a:spAutoFit/>
          </a:bodyPr>
          <a:lstStyle/>
          <a:p>
            <a:pPr>
              <a:lnSpc>
                <a:spcPts val="5400"/>
              </a:lnSpc>
            </a:pPr>
            <a:r>
              <a:rPr lang="pt-BR" sz="2800" dirty="0" smtClean="0">
                <a:effectLst>
                  <a:outerShdw blurRad="38100" dist="38100" dir="2700000" algn="tl">
                    <a:srgbClr val="000000">
                      <a:alpha val="43137"/>
                    </a:srgbClr>
                  </a:outerShdw>
                </a:effectLst>
                <a:latin typeface="FrancophilSans" pitchFamily="2" charset="0"/>
              </a:rPr>
              <a:t>Organizar socialmente (converter em sócios) os habitantes da freguesia.</a:t>
            </a:r>
          </a:p>
          <a:p>
            <a:pPr>
              <a:lnSpc>
                <a:spcPts val="5400"/>
              </a:lnSpc>
            </a:pPr>
            <a:r>
              <a:rPr lang="pt-BR" sz="2800" dirty="0" smtClean="0">
                <a:effectLst>
                  <a:outerShdw blurRad="38100" dist="38100" dir="2700000" algn="tl">
                    <a:srgbClr val="000000">
                      <a:alpha val="43137"/>
                    </a:srgbClr>
                  </a:outerShdw>
                </a:effectLst>
                <a:latin typeface="FrancophilSans" pitchFamily="2" charset="0"/>
              </a:rPr>
              <a:t>Esta organização seria feita seguindo as atividades mais relacionadas com os habitantes e de acordo com os aspectos: culturais, esportivos, artísticos, intelectuais, filosóficos, técnicos, etc., </a:t>
            </a:r>
          </a:p>
        </p:txBody>
      </p:sp>
      <p:pic>
        <p:nvPicPr>
          <p:cNvPr id="5" name="4 Imagen" descr="isologo_der.jpg"/>
          <p:cNvPicPr>
            <a:picLocks noChangeAspect="1"/>
          </p:cNvPicPr>
          <p:nvPr/>
        </p:nvPicPr>
        <p:blipFill>
          <a:blip r:embed="rId2" cstate="print"/>
          <a:stretch>
            <a:fillRect/>
          </a:stretch>
        </p:blipFill>
        <p:spPr>
          <a:xfrm>
            <a:off x="8143900" y="214290"/>
            <a:ext cx="715990" cy="785794"/>
          </a:xfrm>
          <a:prstGeom prst="rect">
            <a:avLst/>
          </a:prstGeom>
        </p:spPr>
      </p:pic>
      <p:sp>
        <p:nvSpPr>
          <p:cNvPr id="8" name="7 CuadroTexto"/>
          <p:cNvSpPr txBox="1"/>
          <p:nvPr/>
        </p:nvSpPr>
        <p:spPr>
          <a:xfrm>
            <a:off x="428596" y="731862"/>
            <a:ext cx="4214842" cy="553998"/>
          </a:xfrm>
          <a:prstGeom prst="rect">
            <a:avLst/>
          </a:prstGeom>
          <a:noFill/>
        </p:spPr>
        <p:txBody>
          <a:bodyPr wrap="square" rtlCol="0">
            <a:spAutoFit/>
          </a:bodyPr>
          <a:lstStyle/>
          <a:p>
            <a:pPr>
              <a:lnSpc>
                <a:spcPts val="3600"/>
              </a:lnSpc>
            </a:pPr>
            <a:r>
              <a:rPr lang="pt-BR" sz="3600" b="1" dirty="0" smtClean="0">
                <a:effectLst>
                  <a:outerShdw blurRad="38100" dist="38100" dir="2700000" algn="tl">
                    <a:srgbClr val="000000">
                      <a:alpha val="43137"/>
                    </a:srgbClr>
                  </a:outerShdw>
                </a:effectLst>
                <a:latin typeface="FrancophilSans" pitchFamily="2" charset="0"/>
              </a:rPr>
              <a:t>Objetivo general</a:t>
            </a:r>
          </a:p>
        </p:txBody>
      </p:sp>
      <p:sp>
        <p:nvSpPr>
          <p:cNvPr id="7" name="6 Marcador de número de diapositiva"/>
          <p:cNvSpPr>
            <a:spLocks noGrp="1"/>
          </p:cNvSpPr>
          <p:nvPr>
            <p:ph type="sldNum" sz="quarter" idx="12"/>
          </p:nvPr>
        </p:nvSpPr>
        <p:spPr/>
        <p:txBody>
          <a:bodyPr/>
          <a:lstStyle/>
          <a:p>
            <a:fld id="{4171F0A2-0D57-4026-9174-822EA1BAEC0C}" type="slidenum">
              <a:rPr lang="pt-BR" smtClean="0"/>
              <a:pPr/>
              <a:t>52</a:t>
            </a:fld>
            <a:endParaRPr lang="pt-BR"/>
          </a:p>
        </p:txBody>
      </p:sp>
      <p:pic>
        <p:nvPicPr>
          <p:cNvPr id="9" name="8 Imagen" descr="logo HD 2019 trans.png"/>
          <p:cNvPicPr>
            <a:picLocks noChangeAspect="1"/>
          </p:cNvPicPr>
          <p:nvPr/>
        </p:nvPicPr>
        <p:blipFill>
          <a:blip r:embed="rId3"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8000">
    <p:wheel spokes="3"/>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iterate type="wd">
                                    <p:tmPct val="10000"/>
                                  </p:iterate>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gradFill flip="none" rotWithShape="1">
          <a:gsLst>
            <a:gs pos="63000">
              <a:srgbClr val="DDEBCF"/>
            </a:gs>
            <a:gs pos="72000">
              <a:srgbClr val="DDEBCF">
                <a:alpha val="37000"/>
              </a:srgbClr>
            </a:gs>
            <a:gs pos="72000">
              <a:srgbClr val="DDEBCF">
                <a:alpha val="37000"/>
              </a:srgbClr>
            </a:gs>
            <a:gs pos="50000">
              <a:srgbClr val="9CB86E"/>
            </a:gs>
            <a:gs pos="64000">
              <a:srgbClr val="156B13"/>
            </a:gs>
          </a:gsLst>
          <a:path path="circle">
            <a:fillToRect l="100000" b="100000"/>
          </a:path>
          <a:tileRect t="-100000" r="-100000"/>
        </a:gradFill>
        <a:effectLst/>
      </p:bgPr>
    </p:bg>
    <p:spTree>
      <p:nvGrpSpPr>
        <p:cNvPr id="1" name=""/>
        <p:cNvGrpSpPr/>
        <p:nvPr/>
      </p:nvGrpSpPr>
      <p:grpSpPr>
        <a:xfrm>
          <a:off x="0" y="0"/>
          <a:ext cx="0" cy="0"/>
          <a:chOff x="0" y="0"/>
          <a:chExt cx="0" cy="0"/>
        </a:xfrm>
      </p:grpSpPr>
      <p:sp>
        <p:nvSpPr>
          <p:cNvPr id="6" name="5 CuadroTexto"/>
          <p:cNvSpPr txBox="1"/>
          <p:nvPr/>
        </p:nvSpPr>
        <p:spPr>
          <a:xfrm>
            <a:off x="357158" y="1071546"/>
            <a:ext cx="8572560" cy="5262979"/>
          </a:xfrm>
          <a:prstGeom prst="rect">
            <a:avLst/>
          </a:prstGeom>
          <a:noFill/>
        </p:spPr>
        <p:txBody>
          <a:bodyPr wrap="square" rtlCol="0">
            <a:spAutoFit/>
          </a:bodyPr>
          <a:lstStyle/>
          <a:p>
            <a:pPr>
              <a:lnSpc>
                <a:spcPct val="150000"/>
              </a:lnSpc>
            </a:pPr>
            <a:r>
              <a:rPr lang="pt-BR" sz="2800" dirty="0" smtClean="0">
                <a:effectLst>
                  <a:outerShdw blurRad="38100" dist="38100" dir="2700000" algn="tl">
                    <a:srgbClr val="000000">
                      <a:alpha val="43137"/>
                    </a:srgbClr>
                  </a:outerShdw>
                </a:effectLst>
                <a:latin typeface="FrancophilSans" pitchFamily="2" charset="0"/>
              </a:rPr>
              <a:t>Criar, produzir e/ou gerar:</a:t>
            </a:r>
          </a:p>
          <a:p>
            <a:pPr>
              <a:lnSpc>
                <a:spcPct val="150000"/>
              </a:lnSpc>
              <a:buFontTx/>
              <a:buChar char="-"/>
            </a:pPr>
            <a:r>
              <a:rPr lang="pt-BR" sz="2800" dirty="0" smtClean="0">
                <a:effectLst>
                  <a:outerShdw blurRad="38100" dist="38100" dir="2700000" algn="tl">
                    <a:srgbClr val="000000">
                      <a:alpha val="43137"/>
                    </a:srgbClr>
                  </a:outerShdw>
                </a:effectLst>
                <a:latin typeface="FrancophilSans" pitchFamily="2" charset="0"/>
              </a:rPr>
              <a:t> Centros</a:t>
            </a:r>
          </a:p>
          <a:p>
            <a:pPr lvl="1">
              <a:lnSpc>
                <a:spcPct val="150000"/>
              </a:lnSpc>
            </a:pPr>
            <a:r>
              <a:rPr lang="pt-BR" sz="2800" dirty="0" smtClean="0">
                <a:effectLst>
                  <a:outerShdw blurRad="38100" dist="38100" dir="2700000" algn="tl">
                    <a:srgbClr val="000000">
                      <a:alpha val="43137"/>
                    </a:srgbClr>
                  </a:outerShdw>
                </a:effectLst>
                <a:latin typeface="FrancophilSans" pitchFamily="2" charset="0"/>
              </a:rPr>
              <a:t>	Avaliativos de orientação educativa/profissional.</a:t>
            </a:r>
          </a:p>
          <a:p>
            <a:pPr lvl="1">
              <a:lnSpc>
                <a:spcPct val="150000"/>
              </a:lnSpc>
            </a:pPr>
            <a:r>
              <a:rPr lang="pt-BR" sz="2800" dirty="0" smtClean="0">
                <a:effectLst>
                  <a:outerShdw blurRad="38100" dist="38100" dir="2700000" algn="tl">
                    <a:srgbClr val="000000">
                      <a:alpha val="43137"/>
                    </a:srgbClr>
                  </a:outerShdw>
                </a:effectLst>
                <a:latin typeface="FrancophilSans" pitchFamily="2" charset="0"/>
              </a:rPr>
              <a:t>	De arte.</a:t>
            </a:r>
          </a:p>
          <a:p>
            <a:pPr lvl="1">
              <a:lnSpc>
                <a:spcPct val="150000"/>
              </a:lnSpc>
            </a:pPr>
            <a:r>
              <a:rPr lang="pt-BR" sz="2800" dirty="0" smtClean="0">
                <a:effectLst>
                  <a:outerShdw blurRad="38100" dist="38100" dir="2700000" algn="tl">
                    <a:srgbClr val="000000">
                      <a:alpha val="43137"/>
                    </a:srgbClr>
                  </a:outerShdw>
                </a:effectLst>
                <a:latin typeface="FrancophilSans" pitchFamily="2" charset="0"/>
              </a:rPr>
              <a:t>	De tertúlias filosóficas.</a:t>
            </a:r>
          </a:p>
          <a:p>
            <a:pPr>
              <a:lnSpc>
                <a:spcPct val="150000"/>
              </a:lnSpc>
              <a:buFontTx/>
              <a:buChar char="-"/>
            </a:pPr>
            <a:r>
              <a:rPr lang="pt-BR" sz="2800" dirty="0" smtClean="0">
                <a:effectLst>
                  <a:outerShdw blurRad="38100" dist="38100" dir="2700000" algn="tl">
                    <a:srgbClr val="000000">
                      <a:alpha val="43137"/>
                    </a:srgbClr>
                  </a:outerShdw>
                </a:effectLst>
                <a:latin typeface="FrancophilSans" pitchFamily="2" charset="0"/>
              </a:rPr>
              <a:t> Grupos esportivos das diferentes disciplinas.</a:t>
            </a:r>
          </a:p>
          <a:p>
            <a:pPr>
              <a:lnSpc>
                <a:spcPct val="150000"/>
              </a:lnSpc>
              <a:buFontTx/>
              <a:buChar char="-"/>
            </a:pPr>
            <a:r>
              <a:rPr lang="pt-BR" sz="2800" dirty="0" smtClean="0">
                <a:effectLst>
                  <a:outerShdw blurRad="38100" dist="38100" dir="2700000" algn="tl">
                    <a:srgbClr val="000000">
                      <a:alpha val="43137"/>
                    </a:srgbClr>
                  </a:outerShdw>
                </a:effectLst>
                <a:latin typeface="FrancophilSans" pitchFamily="2" charset="0"/>
              </a:rPr>
              <a:t> Oficinas para formações técnicas, científicas, intelectuais. </a:t>
            </a:r>
          </a:p>
          <a:p>
            <a:pPr>
              <a:lnSpc>
                <a:spcPct val="150000"/>
              </a:lnSpc>
              <a:buFontTx/>
              <a:buChar char="-"/>
            </a:pPr>
            <a:r>
              <a:rPr lang="pt-BR" sz="2800" dirty="0" smtClean="0">
                <a:effectLst>
                  <a:outerShdw blurRad="38100" dist="38100" dir="2700000" algn="tl">
                    <a:srgbClr val="000000">
                      <a:alpha val="43137"/>
                    </a:srgbClr>
                  </a:outerShdw>
                </a:effectLst>
                <a:latin typeface="FrancophilSans" pitchFamily="2" charset="0"/>
              </a:rPr>
              <a:t> Salas de leitura, foros, palestras sobre filmes, livros, etc.</a:t>
            </a:r>
            <a:endParaRPr lang="pt-BR" sz="2800" dirty="0">
              <a:effectLst>
                <a:outerShdw blurRad="38100" dist="38100" dir="2700000" algn="tl">
                  <a:srgbClr val="000000">
                    <a:alpha val="43137"/>
                  </a:srgbClr>
                </a:outerShdw>
              </a:effectLst>
              <a:latin typeface="FrancophilSans" pitchFamily="2" charset="0"/>
            </a:endParaRPr>
          </a:p>
        </p:txBody>
      </p:sp>
      <p:pic>
        <p:nvPicPr>
          <p:cNvPr id="5" name="4 Imagen" descr="isologo_der.jpg"/>
          <p:cNvPicPr>
            <a:picLocks noChangeAspect="1"/>
          </p:cNvPicPr>
          <p:nvPr/>
        </p:nvPicPr>
        <p:blipFill>
          <a:blip r:embed="rId2" cstate="print"/>
          <a:stretch>
            <a:fillRect/>
          </a:stretch>
        </p:blipFill>
        <p:spPr>
          <a:xfrm>
            <a:off x="785786" y="2548311"/>
            <a:ext cx="390552" cy="428628"/>
          </a:xfrm>
          <a:prstGeom prst="rect">
            <a:avLst/>
          </a:prstGeom>
        </p:spPr>
      </p:pic>
      <p:sp>
        <p:nvSpPr>
          <p:cNvPr id="8" name="7 CuadroTexto"/>
          <p:cNvSpPr txBox="1"/>
          <p:nvPr/>
        </p:nvSpPr>
        <p:spPr>
          <a:xfrm>
            <a:off x="3929058" y="357166"/>
            <a:ext cx="4929222" cy="553998"/>
          </a:xfrm>
          <a:prstGeom prst="rect">
            <a:avLst/>
          </a:prstGeom>
          <a:noFill/>
        </p:spPr>
        <p:txBody>
          <a:bodyPr wrap="square" rtlCol="0">
            <a:spAutoFit/>
          </a:bodyPr>
          <a:lstStyle/>
          <a:p>
            <a:pPr algn="r">
              <a:lnSpc>
                <a:spcPts val="3600"/>
              </a:lnSpc>
            </a:pPr>
            <a:r>
              <a:rPr lang="pt-BR" sz="3600" b="1" dirty="0" smtClean="0">
                <a:effectLst>
                  <a:outerShdw blurRad="38100" dist="38100" dir="2700000" algn="tl">
                    <a:srgbClr val="000000">
                      <a:alpha val="43137"/>
                    </a:srgbClr>
                  </a:outerShdw>
                </a:effectLst>
                <a:latin typeface="FrancophilSans" pitchFamily="2" charset="0"/>
              </a:rPr>
              <a:t>Objetivos específicos</a:t>
            </a:r>
          </a:p>
        </p:txBody>
      </p:sp>
      <p:pic>
        <p:nvPicPr>
          <p:cNvPr id="7" name="6 Imagen" descr="isologo_der.jpg"/>
          <p:cNvPicPr>
            <a:picLocks noChangeAspect="1"/>
          </p:cNvPicPr>
          <p:nvPr/>
        </p:nvPicPr>
        <p:blipFill>
          <a:blip r:embed="rId2" cstate="print"/>
          <a:stretch>
            <a:fillRect/>
          </a:stretch>
        </p:blipFill>
        <p:spPr>
          <a:xfrm>
            <a:off x="785786" y="3191253"/>
            <a:ext cx="390552" cy="428628"/>
          </a:xfrm>
          <a:prstGeom prst="rect">
            <a:avLst/>
          </a:prstGeom>
        </p:spPr>
      </p:pic>
      <p:pic>
        <p:nvPicPr>
          <p:cNvPr id="9" name="8 Imagen" descr="isologo_der.jpg"/>
          <p:cNvPicPr>
            <a:picLocks noChangeAspect="1"/>
          </p:cNvPicPr>
          <p:nvPr/>
        </p:nvPicPr>
        <p:blipFill>
          <a:blip r:embed="rId2" cstate="print"/>
          <a:stretch>
            <a:fillRect/>
          </a:stretch>
        </p:blipFill>
        <p:spPr>
          <a:xfrm>
            <a:off x="785786" y="3834195"/>
            <a:ext cx="390552" cy="428628"/>
          </a:xfrm>
          <a:prstGeom prst="rect">
            <a:avLst/>
          </a:prstGeom>
        </p:spPr>
      </p:pic>
      <p:sp>
        <p:nvSpPr>
          <p:cNvPr id="10" name="9 Marcador de número de diapositiva"/>
          <p:cNvSpPr>
            <a:spLocks noGrp="1"/>
          </p:cNvSpPr>
          <p:nvPr>
            <p:ph type="sldNum" sz="quarter" idx="12"/>
          </p:nvPr>
        </p:nvSpPr>
        <p:spPr/>
        <p:txBody>
          <a:bodyPr/>
          <a:lstStyle/>
          <a:p>
            <a:fld id="{4171F0A2-0D57-4026-9174-822EA1BAEC0C}" type="slidenum">
              <a:rPr lang="pt-BR" b="1" smtClean="0">
                <a:solidFill>
                  <a:schemeClr val="bg1"/>
                </a:solidFill>
                <a:latin typeface="FrancophilSans" pitchFamily="2" charset="0"/>
              </a:rPr>
              <a:pPr/>
              <a:t>53</a:t>
            </a:fld>
            <a:endParaRPr lang="pt-BR" b="1" dirty="0">
              <a:solidFill>
                <a:schemeClr val="bg1"/>
              </a:solidFill>
              <a:latin typeface="FrancophilSans" pitchFamily="2" charset="0"/>
            </a:endParaRPr>
          </a:p>
        </p:txBody>
      </p:sp>
      <p:pic>
        <p:nvPicPr>
          <p:cNvPr id="11" name="10 Imagen" descr="logo HD 2019 trans.png"/>
          <p:cNvPicPr>
            <a:picLocks noChangeAspect="1"/>
          </p:cNvPicPr>
          <p:nvPr/>
        </p:nvPicPr>
        <p:blipFill>
          <a:blip r:embed="rId3"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23000">
    <p:wheel spokes="3"/>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10"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20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8" name="7 Imagen" descr="Club_Esperança_Imagotipo_01.jpg"/>
          <p:cNvPicPr>
            <a:picLocks noChangeAspect="1"/>
          </p:cNvPicPr>
          <p:nvPr/>
        </p:nvPicPr>
        <p:blipFill>
          <a:blip r:embed="rId4" cstate="print"/>
          <a:stretch>
            <a:fillRect/>
          </a:stretch>
        </p:blipFill>
        <p:spPr>
          <a:xfrm>
            <a:off x="2716534" y="1285860"/>
            <a:ext cx="3712854" cy="2000263"/>
          </a:xfrm>
          <a:prstGeom prst="rect">
            <a:avLst/>
          </a:prstGeom>
        </p:spPr>
      </p:pic>
      <p:sp>
        <p:nvSpPr>
          <p:cNvPr id="15" name="14 CuadroTexto"/>
          <p:cNvSpPr txBox="1"/>
          <p:nvPr/>
        </p:nvSpPr>
        <p:spPr>
          <a:xfrm>
            <a:off x="857224" y="3429000"/>
            <a:ext cx="7429552" cy="2977738"/>
          </a:xfrm>
          <a:prstGeom prst="rect">
            <a:avLst/>
          </a:prstGeom>
          <a:noFill/>
        </p:spPr>
        <p:txBody>
          <a:bodyPr wrap="square" rtlCol="0">
            <a:spAutoFit/>
          </a:bodyPr>
          <a:lstStyle/>
          <a:p>
            <a:pPr algn="ctr">
              <a:lnSpc>
                <a:spcPts val="4500"/>
              </a:lnSpc>
            </a:pPr>
            <a:r>
              <a:rPr lang="pt-BR" sz="2800" dirty="0" smtClean="0">
                <a:effectLst>
                  <a:outerShdw blurRad="38100" dist="38100" dir="2700000" algn="tl">
                    <a:srgbClr val="000000">
                      <a:alpha val="43137"/>
                    </a:srgbClr>
                  </a:outerShdw>
                </a:effectLst>
                <a:latin typeface="FrancophilSans" pitchFamily="2" charset="0"/>
              </a:rPr>
              <a:t>Cada um destes atividades devem ser produzidos desde a perspectiva organizacional e também geradora de fundos econômicos que permitiram cobrir os custos de funcionamento do Clube tanto em sua estrutura privada como pública.</a:t>
            </a:r>
          </a:p>
        </p:txBody>
      </p:sp>
      <p:sp>
        <p:nvSpPr>
          <p:cNvPr id="9" name="8 Marcador de número de diapositiva"/>
          <p:cNvSpPr>
            <a:spLocks noGrp="1"/>
          </p:cNvSpPr>
          <p:nvPr>
            <p:ph type="sldNum" sz="quarter" idx="12"/>
          </p:nvPr>
        </p:nvSpPr>
        <p:spPr/>
        <p:txBody>
          <a:bodyPr/>
          <a:lstStyle/>
          <a:p>
            <a:fld id="{4171F0A2-0D57-4026-9174-822EA1BAEC0C}" type="slidenum">
              <a:rPr lang="pt-BR" b="1" smtClean="0">
                <a:solidFill>
                  <a:schemeClr val="bg1"/>
                </a:solidFill>
                <a:latin typeface="FrancophilSans" pitchFamily="2" charset="0"/>
              </a:rPr>
              <a:pPr/>
              <a:t>54</a:t>
            </a:fld>
            <a:endParaRPr lang="pt-BR" b="1" dirty="0">
              <a:solidFill>
                <a:schemeClr val="bg1"/>
              </a:solidFill>
              <a:latin typeface="FrancophilSans" pitchFamily="2" charset="0"/>
            </a:endParaRP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5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a:off x="0" y="-1"/>
            <a:ext cx="9144000" cy="1857365"/>
          </a:xfrm>
          <a:prstGeom prst="rect">
            <a:avLst/>
          </a:prstGeom>
          <a:noFill/>
          <a:ln w="9525">
            <a:noFill/>
            <a:miter lim="800000"/>
            <a:headEnd/>
            <a:tailEnd/>
          </a:ln>
          <a:effectLst/>
        </p:spPr>
      </p:pic>
      <p:pic>
        <p:nvPicPr>
          <p:cNvPr id="8"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9" name="8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47884" y="142852"/>
            <a:ext cx="648233" cy="714380"/>
          </a:xfrm>
          <a:prstGeom prst="rect">
            <a:avLst/>
          </a:prstGeom>
        </p:spPr>
      </p:pic>
      <p:pic>
        <p:nvPicPr>
          <p:cNvPr id="2076" name="Picture 28" descr="Filantropía sin escala y sostenibilidad es como cualquier ot ..."/>
          <p:cNvPicPr>
            <a:picLocks noChangeAspect="1" noChangeArrowheads="1"/>
          </p:cNvPicPr>
          <p:nvPr/>
        </p:nvPicPr>
        <p:blipFill>
          <a:blip r:embed="rId4"/>
          <a:srcRect/>
          <a:stretch>
            <a:fillRect/>
          </a:stretch>
        </p:blipFill>
        <p:spPr bwMode="auto">
          <a:xfrm>
            <a:off x="800074" y="2071678"/>
            <a:ext cx="7558140" cy="334854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
        <p:nvSpPr>
          <p:cNvPr id="7" name="6 Marcador de número de diapositiva"/>
          <p:cNvSpPr>
            <a:spLocks noGrp="1"/>
          </p:cNvSpPr>
          <p:nvPr>
            <p:ph type="sldNum" sz="quarter" idx="12"/>
          </p:nvPr>
        </p:nvSpPr>
        <p:spPr/>
        <p:txBody>
          <a:bodyPr/>
          <a:lstStyle/>
          <a:p>
            <a:fld id="{4171F0A2-0D57-4026-9174-822EA1BAEC0C}" type="slidenum">
              <a:rPr lang="pt-BR" b="1" smtClean="0">
                <a:solidFill>
                  <a:schemeClr val="bg1"/>
                </a:solidFill>
                <a:latin typeface="FrancophilSans" pitchFamily="2" charset="0"/>
              </a:rPr>
              <a:pPr/>
              <a:t>55</a:t>
            </a:fld>
            <a:endParaRPr lang="pt-BR" b="1" dirty="0">
              <a:solidFill>
                <a:schemeClr val="bg1"/>
              </a:solidFill>
              <a:latin typeface="FrancophilSans" pitchFamily="2" charset="0"/>
            </a:endParaRPr>
          </a:p>
        </p:txBody>
      </p:sp>
      <p:pic>
        <p:nvPicPr>
          <p:cNvPr id="10" name="9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9000">
    <p:wedg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a:xfrm>
            <a:off x="6000760" y="0"/>
            <a:ext cx="314324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14 CuadroTexto"/>
          <p:cNvSpPr txBox="1"/>
          <p:nvPr/>
        </p:nvSpPr>
        <p:spPr>
          <a:xfrm>
            <a:off x="6179339" y="928670"/>
            <a:ext cx="2786082" cy="5632311"/>
          </a:xfrm>
          <a:prstGeom prst="rect">
            <a:avLst/>
          </a:prstGeom>
          <a:noFill/>
        </p:spPr>
        <p:txBody>
          <a:bodyPr wrap="square" rtlCol="0">
            <a:spAutoFit/>
          </a:bodyPr>
          <a:lstStyle/>
          <a:p>
            <a:pPr algn="ctr">
              <a:lnSpc>
                <a:spcPts val="3600"/>
              </a:lnSpc>
            </a:pPr>
            <a:r>
              <a:rPr lang="pt-BR" sz="2800" dirty="0" smtClean="0">
                <a:solidFill>
                  <a:schemeClr val="bg1"/>
                </a:solidFill>
                <a:effectLst>
                  <a:outerShdw blurRad="38100" dist="38100" dir="2700000" algn="tl">
                    <a:srgbClr val="000000">
                      <a:alpha val="43137"/>
                    </a:srgbClr>
                  </a:outerShdw>
                </a:effectLst>
                <a:latin typeface="FrancophilSans" pitchFamily="2" charset="0"/>
              </a:rPr>
              <a:t>Então, bem vindos a esta proposta, a esta empresa, a este projeto, a esta obra que esperamos construir com a ajuda de Deus a quem oferecemos a Gloria que possa ser alcançada ...</a:t>
            </a:r>
          </a:p>
        </p:txBody>
      </p:sp>
      <p:pic>
        <p:nvPicPr>
          <p:cNvPr id="11" name="10 Imagen" descr="compasorogiratorio  02.GIF"/>
          <p:cNvPicPr>
            <a:picLocks noChangeAspect="1"/>
          </p:cNvPicPr>
          <p:nvPr/>
        </p:nvPicPr>
        <p:blipFill>
          <a:blip r:embed="rId2">
            <a:clrChange>
              <a:clrFrom>
                <a:srgbClr val="FFFFFF"/>
              </a:clrFrom>
              <a:clrTo>
                <a:srgbClr val="FFFFFF">
                  <a:alpha val="0"/>
                </a:srgbClr>
              </a:clrTo>
            </a:clrChange>
          </a:blip>
          <a:stretch>
            <a:fillRect/>
          </a:stretch>
        </p:blipFill>
        <p:spPr>
          <a:xfrm>
            <a:off x="7248264" y="214290"/>
            <a:ext cx="648233" cy="714380"/>
          </a:xfrm>
          <a:prstGeom prst="rect">
            <a:avLst/>
          </a:prstGeom>
        </p:spPr>
      </p:pic>
      <p:pic>
        <p:nvPicPr>
          <p:cNvPr id="12" name="11 Imagen" descr="isologo_der 2.jpg"/>
          <p:cNvPicPr>
            <a:picLocks noChangeAspect="1"/>
          </p:cNvPicPr>
          <p:nvPr/>
        </p:nvPicPr>
        <p:blipFill>
          <a:blip r:embed="rId3" cstate="print"/>
          <a:stretch>
            <a:fillRect/>
          </a:stretch>
        </p:blipFill>
        <p:spPr>
          <a:xfrm>
            <a:off x="114843" y="71414"/>
            <a:ext cx="5814479" cy="6711192"/>
          </a:xfrm>
          <a:prstGeom prst="rect">
            <a:avLst/>
          </a:prstGeom>
        </p:spPr>
      </p:pic>
      <p:sp>
        <p:nvSpPr>
          <p:cNvPr id="6" name="5 Marcador de número de diapositiva"/>
          <p:cNvSpPr>
            <a:spLocks noGrp="1"/>
          </p:cNvSpPr>
          <p:nvPr>
            <p:ph type="sldNum" sz="quarter" idx="12"/>
          </p:nvPr>
        </p:nvSpPr>
        <p:spPr/>
        <p:txBody>
          <a:bodyPr/>
          <a:lstStyle/>
          <a:p>
            <a:fld id="{4171F0A2-0D57-4026-9174-822EA1BAEC0C}" type="slidenum">
              <a:rPr lang="pt-BR" b="1" smtClean="0">
                <a:latin typeface="FrancophilSans" pitchFamily="2" charset="0"/>
              </a:rPr>
              <a:pPr/>
              <a:t>56</a:t>
            </a:fld>
            <a:endParaRPr lang="pt-BR" b="1" dirty="0">
              <a:latin typeface="FrancophilSans" pitchFamily="2" charset="0"/>
            </a:endParaRPr>
          </a:p>
        </p:txBody>
      </p:sp>
      <p:pic>
        <p:nvPicPr>
          <p:cNvPr id="7" name="6 Imagen" descr="logo HD 2019 trans.png"/>
          <p:cNvPicPr>
            <a:picLocks noChangeAspect="1"/>
          </p:cNvPicPr>
          <p:nvPr/>
        </p:nvPicPr>
        <p:blipFill>
          <a:blip r:embed="rId4"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iterate type="wd">
                                    <p:tmPct val="10000"/>
                                  </p:iterate>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2">
            <a:clrChange>
              <a:clrFrom>
                <a:srgbClr val="FFFFFF"/>
              </a:clrFrom>
              <a:clrTo>
                <a:srgbClr val="FFFFFF">
                  <a:alpha val="0"/>
                </a:srgbClr>
              </a:clrTo>
            </a:clrChange>
            <a:duotone>
              <a:schemeClr val="accent3">
                <a:shade val="45000"/>
                <a:satMod val="135000"/>
              </a:schemeClr>
              <a:prstClr val="white"/>
            </a:duotone>
          </a:blip>
          <a:srcRect/>
          <a:stretch>
            <a:fillRect/>
          </a:stretch>
        </p:blipFill>
        <p:spPr bwMode="auto">
          <a:xfrm flipV="1">
            <a:off x="0" y="6286522"/>
            <a:ext cx="9144000" cy="571478"/>
          </a:xfrm>
          <a:prstGeom prst="rect">
            <a:avLst/>
          </a:prstGeom>
          <a:noFill/>
          <a:ln w="9525">
            <a:noFill/>
            <a:miter lim="800000"/>
            <a:headEnd/>
            <a:tailEnd/>
          </a:ln>
          <a:effectLst/>
        </p:spPr>
      </p:pic>
      <p:pic>
        <p:nvPicPr>
          <p:cNvPr id="7" name="6 Imagen" descr="compasorogiratorio  02.GIF"/>
          <p:cNvPicPr>
            <a:picLocks noChangeAspect="1"/>
          </p:cNvPicPr>
          <p:nvPr/>
        </p:nvPicPr>
        <p:blipFill>
          <a:blip r:embed="rId3">
            <a:clrChange>
              <a:clrFrom>
                <a:srgbClr val="FFFFFF"/>
              </a:clrFrom>
              <a:clrTo>
                <a:srgbClr val="FFFFFF">
                  <a:alpha val="0"/>
                </a:srgbClr>
              </a:clrTo>
            </a:clrChange>
          </a:blip>
          <a:stretch>
            <a:fillRect/>
          </a:stretch>
        </p:blipFill>
        <p:spPr>
          <a:xfrm>
            <a:off x="4286248" y="5643578"/>
            <a:ext cx="648233" cy="714380"/>
          </a:xfrm>
          <a:prstGeom prst="rect">
            <a:avLst/>
          </a:prstGeom>
        </p:spPr>
      </p:pic>
      <p:sp>
        <p:nvSpPr>
          <p:cNvPr id="15" name="14 CuadroTexto"/>
          <p:cNvSpPr txBox="1"/>
          <p:nvPr/>
        </p:nvSpPr>
        <p:spPr>
          <a:xfrm>
            <a:off x="428596" y="3612253"/>
            <a:ext cx="8286808" cy="2031325"/>
          </a:xfrm>
          <a:prstGeom prst="rect">
            <a:avLst/>
          </a:prstGeom>
          <a:noFill/>
        </p:spPr>
        <p:txBody>
          <a:bodyPr wrap="square" rtlCol="0">
            <a:spAutoFit/>
          </a:bodyPr>
          <a:lstStyle/>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Isto é a grosso modo a proposta.</a:t>
            </a:r>
          </a:p>
          <a:p>
            <a:pPr algn="ctr">
              <a:lnSpc>
                <a:spcPct val="150000"/>
              </a:lnSpc>
            </a:pPr>
            <a:r>
              <a:rPr lang="pt-BR" sz="2800" dirty="0" smtClean="0">
                <a:effectLst>
                  <a:outerShdw blurRad="38100" dist="38100" dir="2700000" algn="tl">
                    <a:srgbClr val="000000">
                      <a:alpha val="43137"/>
                    </a:srgbClr>
                  </a:outerShdw>
                </a:effectLst>
                <a:latin typeface="FrancophilSans" pitchFamily="2" charset="0"/>
              </a:rPr>
              <a:t>Os detalhes já estão adiantados e só serão trabalhados pelos que agora decidam formar parte dele.</a:t>
            </a:r>
          </a:p>
        </p:txBody>
      </p:sp>
      <p:pic>
        <p:nvPicPr>
          <p:cNvPr id="5" name="4 Imagen" descr="Club_Esperança_Imagotipo_01.jpg"/>
          <p:cNvPicPr>
            <a:picLocks noChangeAspect="1"/>
          </p:cNvPicPr>
          <p:nvPr/>
        </p:nvPicPr>
        <p:blipFill>
          <a:blip r:embed="rId4" cstate="print">
            <a:clrChange>
              <a:clrFrom>
                <a:srgbClr val="FFFFFF"/>
              </a:clrFrom>
              <a:clrTo>
                <a:srgbClr val="FFFFFF">
                  <a:alpha val="0"/>
                </a:srgbClr>
              </a:clrTo>
            </a:clrChange>
          </a:blip>
          <a:stretch>
            <a:fillRect/>
          </a:stretch>
        </p:blipFill>
        <p:spPr>
          <a:xfrm>
            <a:off x="1714480" y="357166"/>
            <a:ext cx="5701886" cy="3071834"/>
          </a:xfrm>
          <a:prstGeom prst="rect">
            <a:avLst/>
          </a:prstGeom>
        </p:spPr>
      </p:pic>
      <p:sp>
        <p:nvSpPr>
          <p:cNvPr id="8" name="7 Marcador de número de diapositiva"/>
          <p:cNvSpPr>
            <a:spLocks noGrp="1"/>
          </p:cNvSpPr>
          <p:nvPr>
            <p:ph type="sldNum" sz="quarter" idx="12"/>
          </p:nvPr>
        </p:nvSpPr>
        <p:spPr/>
        <p:txBody>
          <a:bodyPr/>
          <a:lstStyle/>
          <a:p>
            <a:fld id="{4171F0A2-0D57-4026-9174-822EA1BAEC0C}" type="slidenum">
              <a:rPr lang="pt-BR" b="1" smtClean="0">
                <a:solidFill>
                  <a:schemeClr val="bg1"/>
                </a:solidFill>
                <a:latin typeface="FrancophilSans" pitchFamily="2" charset="0"/>
              </a:rPr>
              <a:pPr/>
              <a:t>57</a:t>
            </a:fld>
            <a:endParaRPr lang="pt-BR" b="1" dirty="0">
              <a:solidFill>
                <a:schemeClr val="bg1"/>
              </a:solidFill>
              <a:latin typeface="FrancophilSans" pitchFamily="2" charset="0"/>
            </a:endParaRPr>
          </a:p>
        </p:txBody>
      </p:sp>
      <p:pic>
        <p:nvPicPr>
          <p:cNvPr id="9" name="8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iterate type="wd">
                                    <p:tmPct val="10000"/>
                                  </p:iterate>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Rectángulo"/>
          <p:cNvSpPr/>
          <p:nvPr/>
        </p:nvSpPr>
        <p:spPr>
          <a:xfrm>
            <a:off x="0" y="-24"/>
            <a:ext cx="314324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14 CuadroTexto"/>
          <p:cNvSpPr txBox="1"/>
          <p:nvPr/>
        </p:nvSpPr>
        <p:spPr>
          <a:xfrm>
            <a:off x="285736" y="929020"/>
            <a:ext cx="2571768" cy="5286062"/>
          </a:xfrm>
          <a:prstGeom prst="rect">
            <a:avLst/>
          </a:prstGeom>
          <a:noFill/>
        </p:spPr>
        <p:txBody>
          <a:bodyPr wrap="square" rtlCol="0">
            <a:spAutoFit/>
          </a:bodyPr>
          <a:lstStyle/>
          <a:p>
            <a:pPr algn="ctr">
              <a:lnSpc>
                <a:spcPts val="4500"/>
              </a:lnSpc>
            </a:pPr>
            <a:r>
              <a:rPr lang="pt-BR" sz="2800" b="1" dirty="0" smtClean="0">
                <a:solidFill>
                  <a:schemeClr val="bg1"/>
                </a:solidFill>
                <a:effectLst>
                  <a:outerShdw blurRad="38100" dist="38100" dir="2700000" algn="tl">
                    <a:srgbClr val="000000">
                      <a:alpha val="43137"/>
                    </a:srgbClr>
                  </a:outerShdw>
                </a:effectLst>
                <a:latin typeface="FrancophilSans" pitchFamily="2" charset="0"/>
              </a:rPr>
              <a:t>... e com sua valiosa ajuda, assim como com das que de agora em diante, junte-se a nós, com o consentimento  de todos.</a:t>
            </a:r>
          </a:p>
        </p:txBody>
      </p:sp>
      <p:pic>
        <p:nvPicPr>
          <p:cNvPr id="11" name="10 Imagen" descr="compasorogiratorio  02.GIF"/>
          <p:cNvPicPr>
            <a:picLocks noChangeAspect="1"/>
          </p:cNvPicPr>
          <p:nvPr/>
        </p:nvPicPr>
        <p:blipFill>
          <a:blip r:embed="rId2">
            <a:clrChange>
              <a:clrFrom>
                <a:srgbClr val="FFFFFF"/>
              </a:clrFrom>
              <a:clrTo>
                <a:srgbClr val="FFFFFF">
                  <a:alpha val="0"/>
                </a:srgbClr>
              </a:clrTo>
            </a:clrChange>
          </a:blip>
          <a:stretch>
            <a:fillRect/>
          </a:stretch>
        </p:blipFill>
        <p:spPr>
          <a:xfrm>
            <a:off x="1247504" y="214290"/>
            <a:ext cx="648233" cy="714380"/>
          </a:xfrm>
          <a:prstGeom prst="rect">
            <a:avLst/>
          </a:prstGeom>
        </p:spPr>
      </p:pic>
      <p:pic>
        <p:nvPicPr>
          <p:cNvPr id="13" name="12 Imagen" descr="isologo_izq 2.jpg"/>
          <p:cNvPicPr>
            <a:picLocks noChangeAspect="1"/>
          </p:cNvPicPr>
          <p:nvPr/>
        </p:nvPicPr>
        <p:blipFill>
          <a:blip r:embed="rId3" cstate="print"/>
          <a:stretch>
            <a:fillRect/>
          </a:stretch>
        </p:blipFill>
        <p:spPr>
          <a:xfrm>
            <a:off x="3357554" y="214290"/>
            <a:ext cx="5584190" cy="6455867"/>
          </a:xfrm>
          <a:prstGeom prst="rect">
            <a:avLst/>
          </a:prstGeom>
        </p:spPr>
      </p:pic>
      <p:sp>
        <p:nvSpPr>
          <p:cNvPr id="8" name="7 Marcador de número de diapositiva"/>
          <p:cNvSpPr>
            <a:spLocks noGrp="1"/>
          </p:cNvSpPr>
          <p:nvPr>
            <p:ph type="sldNum" sz="quarter" idx="12"/>
          </p:nvPr>
        </p:nvSpPr>
        <p:spPr/>
        <p:txBody>
          <a:bodyPr/>
          <a:lstStyle/>
          <a:p>
            <a:fld id="{4171F0A2-0D57-4026-9174-822EA1BAEC0C}" type="slidenum">
              <a:rPr lang="pt-BR" b="1" smtClean="0">
                <a:solidFill>
                  <a:schemeClr val="bg1"/>
                </a:solidFill>
                <a:latin typeface="FrancophilSans" pitchFamily="2" charset="0"/>
              </a:rPr>
              <a:pPr/>
              <a:t>58</a:t>
            </a:fld>
            <a:endParaRPr lang="pt-BR" b="1" dirty="0">
              <a:solidFill>
                <a:schemeClr val="bg1"/>
              </a:solidFill>
              <a:latin typeface="FrancophilSans" pitchFamily="2" charset="0"/>
            </a:endParaRPr>
          </a:p>
        </p:txBody>
      </p:sp>
      <p:pic>
        <p:nvPicPr>
          <p:cNvPr id="9" name="8 Imagen" descr="logo HD 2019 trans.png"/>
          <p:cNvPicPr>
            <a:picLocks noChangeAspect="1"/>
          </p:cNvPicPr>
          <p:nvPr/>
        </p:nvPicPr>
        <p:blipFill>
          <a:blip r:embed="rId4"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00"/>
                                        <p:tgtEl>
                                          <p:spTgt spid="7"/>
                                        </p:tgtEl>
                                      </p:cBhvr>
                                    </p:animEffect>
                                    <p:anim calcmode="lin" valueType="num">
                                      <p:cBhvr>
                                        <p:cTn id="18" dur="1000" fill="hold"/>
                                        <p:tgtEl>
                                          <p:spTgt spid="7"/>
                                        </p:tgtEl>
                                        <p:attrNameLst>
                                          <p:attrName>ppt_x</p:attrName>
                                        </p:attrNameLst>
                                      </p:cBhvr>
                                      <p:tavLst>
                                        <p:tav tm="0">
                                          <p:val>
                                            <p:strVal val="#ppt_x"/>
                                          </p:val>
                                        </p:tav>
                                        <p:tav tm="100000">
                                          <p:val>
                                            <p:strVal val="#ppt_x"/>
                                          </p:val>
                                        </p:tav>
                                      </p:tavLst>
                                    </p:anim>
                                    <p:anim calcmode="lin" valueType="num">
                                      <p:cBhvr>
                                        <p:cTn id="19" dur="1000" fill="hold"/>
                                        <p:tgtEl>
                                          <p:spTgt spid="7"/>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iterate type="wd">
                                    <p:tmPct val="10000"/>
                                  </p:iterate>
                                  <p:childTnLst>
                                    <p:set>
                                      <p:cBhvr>
                                        <p:cTn id="21" dur="1" fill="hold">
                                          <p:stCondLst>
                                            <p:cond delay="0"/>
                                          </p:stCondLst>
                                        </p:cTn>
                                        <p:tgtEl>
                                          <p:spTgt spid="15"/>
                                        </p:tgtEl>
                                        <p:attrNameLst>
                                          <p:attrName>style.visibility</p:attrName>
                                        </p:attrNameLst>
                                      </p:cBhvr>
                                      <p:to>
                                        <p:strVal val="visible"/>
                                      </p:to>
                                    </p:set>
                                    <p:animEffect transition="in" filter="fade">
                                      <p:cBhvr>
                                        <p:cTn id="22" dur="1000"/>
                                        <p:tgtEl>
                                          <p:spTgt spid="15"/>
                                        </p:tgtEl>
                                      </p:cBhvr>
                                    </p:animEffect>
                                    <p:anim calcmode="lin" valueType="num">
                                      <p:cBhvr>
                                        <p:cTn id="23" dur="1000" fill="hold"/>
                                        <p:tgtEl>
                                          <p:spTgt spid="15"/>
                                        </p:tgtEl>
                                        <p:attrNameLst>
                                          <p:attrName>ppt_x</p:attrName>
                                        </p:attrNameLst>
                                      </p:cBhvr>
                                      <p:tavLst>
                                        <p:tav tm="0">
                                          <p:val>
                                            <p:strVal val="#ppt_x"/>
                                          </p:val>
                                        </p:tav>
                                        <p:tav tm="100000">
                                          <p:val>
                                            <p:strVal val="#ppt_x"/>
                                          </p:val>
                                        </p:tav>
                                      </p:tavLst>
                                    </p:anim>
                                    <p:anim calcmode="lin" valueType="num">
                                      <p:cBhvr>
                                        <p:cTn id="2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gradFill>
          <a:gsLst>
            <a:gs pos="100000">
              <a:schemeClr val="bg1"/>
            </a:gs>
            <a:gs pos="100000">
              <a:srgbClr val="DDEBCF"/>
            </a:gs>
            <a:gs pos="61000">
              <a:schemeClr val="bg1"/>
            </a:gs>
            <a:gs pos="50000">
              <a:srgbClr val="9CB86E"/>
            </a:gs>
            <a:gs pos="64000">
              <a:srgbClr val="156B13"/>
            </a:gs>
          </a:gsLst>
          <a:path path="circle">
            <a:fillToRect l="50000" t="50000" r="50000" b="50000"/>
          </a:path>
        </a:gradFill>
        <a:effectLst/>
      </p:bgPr>
    </p:bg>
    <p:spTree>
      <p:nvGrpSpPr>
        <p:cNvPr id="1" name=""/>
        <p:cNvGrpSpPr/>
        <p:nvPr/>
      </p:nvGrpSpPr>
      <p:grpSpPr>
        <a:xfrm>
          <a:off x="0" y="0"/>
          <a:ext cx="0" cy="0"/>
          <a:chOff x="0" y="0"/>
          <a:chExt cx="0" cy="0"/>
        </a:xfrm>
      </p:grpSpPr>
      <p:sp>
        <p:nvSpPr>
          <p:cNvPr id="4" name="3 CuadroTexto"/>
          <p:cNvSpPr txBox="1"/>
          <p:nvPr/>
        </p:nvSpPr>
        <p:spPr>
          <a:xfrm>
            <a:off x="928662" y="1441440"/>
            <a:ext cx="7286676" cy="3416320"/>
          </a:xfrm>
          <a:prstGeom prst="rect">
            <a:avLst/>
          </a:prstGeom>
          <a:noFill/>
        </p:spPr>
        <p:txBody>
          <a:bodyPr wrap="square" rtlCol="0">
            <a:spAutoFit/>
          </a:bodyPr>
          <a:lstStyle/>
          <a:p>
            <a:pPr algn="ctr"/>
            <a:r>
              <a:rPr lang="pt-BR" sz="3600" b="1" dirty="0" smtClean="0">
                <a:solidFill>
                  <a:schemeClr val="bg1"/>
                </a:solidFill>
                <a:effectLst>
                  <a:outerShdw blurRad="38100" dist="38100" dir="2700000" algn="tl">
                    <a:srgbClr val="000000">
                      <a:alpha val="43137"/>
                    </a:srgbClr>
                  </a:outerShdw>
                </a:effectLst>
                <a:latin typeface="FrancophilSans" pitchFamily="2" charset="0"/>
              </a:rPr>
              <a:t>AGRADECIDO</a:t>
            </a:r>
          </a:p>
          <a:p>
            <a:pPr algn="ctr"/>
            <a:r>
              <a:rPr lang="pt-BR" sz="3600" b="1" dirty="0" smtClean="0">
                <a:solidFill>
                  <a:schemeClr val="bg1"/>
                </a:solidFill>
                <a:effectLst>
                  <a:outerShdw blurRad="38100" dist="38100" dir="2700000" algn="tl">
                    <a:srgbClr val="000000">
                      <a:alpha val="43137"/>
                    </a:srgbClr>
                  </a:outerShdw>
                </a:effectLst>
                <a:latin typeface="FrancophilSans" pitchFamily="2" charset="0"/>
              </a:rPr>
              <a:t>pela sua atenção e apoio.</a:t>
            </a:r>
          </a:p>
          <a:p>
            <a:pPr algn="ctr"/>
            <a:endParaRPr lang="pt-BR" sz="3600" b="1" dirty="0" smtClean="0">
              <a:solidFill>
                <a:schemeClr val="bg1"/>
              </a:solidFill>
              <a:effectLst>
                <a:outerShdw blurRad="38100" dist="38100" dir="2700000" algn="tl">
                  <a:srgbClr val="000000">
                    <a:alpha val="43137"/>
                  </a:srgbClr>
                </a:outerShdw>
              </a:effectLst>
              <a:latin typeface="FrancophilSans" pitchFamily="2" charset="0"/>
            </a:endParaRPr>
          </a:p>
          <a:p>
            <a:pPr algn="ctr"/>
            <a:r>
              <a:rPr lang="pt-BR" sz="3600" b="1" dirty="0" smtClean="0">
                <a:solidFill>
                  <a:schemeClr val="bg1"/>
                </a:solidFill>
                <a:effectLst>
                  <a:outerShdw blurRad="38100" dist="38100" dir="2700000" algn="tl">
                    <a:srgbClr val="000000">
                      <a:alpha val="43137"/>
                    </a:srgbClr>
                  </a:outerShdw>
                </a:effectLst>
                <a:latin typeface="FrancophilSans" pitchFamily="2" charset="0"/>
              </a:rPr>
              <a:t>Agora só temos que trabalhar usando as ferramentas que a maçonaria nos oferece.</a:t>
            </a:r>
            <a:endParaRPr lang="pt-BR" sz="3600" b="1" dirty="0">
              <a:solidFill>
                <a:schemeClr val="bg1"/>
              </a:solidFill>
              <a:effectLst>
                <a:outerShdw blurRad="38100" dist="38100" dir="2700000" algn="tl">
                  <a:srgbClr val="000000">
                    <a:alpha val="43137"/>
                  </a:srgbClr>
                </a:outerShdw>
              </a:effectLst>
              <a:latin typeface="FrancophilSans" pitchFamily="2" charset="0"/>
            </a:endParaRPr>
          </a:p>
        </p:txBody>
      </p:sp>
      <p:pic>
        <p:nvPicPr>
          <p:cNvPr id="3" name="2 Imagen" descr="compasorogiratorio  02.GIF"/>
          <p:cNvPicPr>
            <a:picLocks noChangeAspect="1"/>
          </p:cNvPicPr>
          <p:nvPr/>
        </p:nvPicPr>
        <p:blipFill>
          <a:blip r:embed="rId2">
            <a:clrChange>
              <a:clrFrom>
                <a:srgbClr val="FFFFFF"/>
              </a:clrFrom>
              <a:clrTo>
                <a:srgbClr val="FFFFFF">
                  <a:alpha val="0"/>
                </a:srgbClr>
              </a:clrTo>
            </a:clrChange>
          </a:blip>
          <a:stretch>
            <a:fillRect/>
          </a:stretch>
        </p:blipFill>
        <p:spPr>
          <a:xfrm>
            <a:off x="4286248" y="5214950"/>
            <a:ext cx="648233" cy="714380"/>
          </a:xfrm>
          <a:prstGeom prst="rect">
            <a:avLst/>
          </a:prstGeom>
        </p:spPr>
      </p:pic>
      <p:sp>
        <p:nvSpPr>
          <p:cNvPr id="5" name="4 Marcador de número de diapositiva"/>
          <p:cNvSpPr>
            <a:spLocks noGrp="1"/>
          </p:cNvSpPr>
          <p:nvPr>
            <p:ph type="sldNum" sz="quarter" idx="12"/>
          </p:nvPr>
        </p:nvSpPr>
        <p:spPr/>
        <p:txBody>
          <a:bodyPr/>
          <a:lstStyle/>
          <a:p>
            <a:fld id="{4171F0A2-0D57-4026-9174-822EA1BAEC0C}" type="slidenum">
              <a:rPr lang="pt-BR" b="1" smtClean="0">
                <a:latin typeface="FrancophilSans" pitchFamily="2" charset="0"/>
              </a:rPr>
              <a:pPr/>
              <a:t>59</a:t>
            </a:fld>
            <a:endParaRPr lang="pt-BR" b="1" dirty="0">
              <a:latin typeface="FrancophilSans" pitchFamily="2" charset="0"/>
            </a:endParaRPr>
          </a:p>
        </p:txBody>
      </p:sp>
      <p:pic>
        <p:nvPicPr>
          <p:cNvPr id="6" name="5 Imagen" descr="logo HD 2019 trans.png"/>
          <p:cNvPicPr>
            <a:picLocks noChangeAspect="1"/>
          </p:cNvPicPr>
          <p:nvPr/>
        </p:nvPicPr>
        <p:blipFill>
          <a:blip r:embed="rId3"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Tree>
  </p:cSld>
  <p:clrMapOvr>
    <a:masterClrMapping/>
  </p:clrMapOvr>
  <p:transition spd="med" advClick="0" advTm="12000">
    <p:wedg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flipV="1">
            <a:off x="0" y="6286520"/>
            <a:ext cx="9144000" cy="571480"/>
          </a:xfrm>
          <a:prstGeom prst="rect">
            <a:avLst/>
          </a:prstGeom>
          <a:noFill/>
          <a:ln w="9525">
            <a:noFill/>
            <a:miter lim="800000"/>
            <a:headEnd/>
            <a:tailEnd/>
          </a:ln>
          <a:effectLst/>
        </p:spPr>
      </p:pic>
      <p:pic>
        <p:nvPicPr>
          <p:cNvPr id="1040" name="Picture 16"/>
          <p:cNvPicPr>
            <a:picLocks noChangeAspect="1" noChangeArrowheads="1"/>
          </p:cNvPicPr>
          <p:nvPr/>
        </p:nvPicPr>
        <p:blipFill>
          <a:blip r:embed="rId4"/>
          <a:srcRect/>
          <a:stretch>
            <a:fillRect/>
          </a:stretch>
        </p:blipFill>
        <p:spPr bwMode="auto">
          <a:xfrm>
            <a:off x="0" y="1428736"/>
            <a:ext cx="9143999" cy="4972225"/>
          </a:xfrm>
          <a:prstGeom prst="rect">
            <a:avLst/>
          </a:prstGeom>
          <a:noFill/>
          <a:ln w="9525">
            <a:noFill/>
            <a:miter lim="800000"/>
            <a:headEnd/>
            <a:tailEnd/>
          </a:ln>
          <a:effectLst/>
        </p:spPr>
      </p:pic>
      <p:pic>
        <p:nvPicPr>
          <p:cNvPr id="8" name="Picture 10"/>
          <p:cNvPicPr>
            <a:picLocks noChangeAspect="1" noChangeArrowheads="1"/>
          </p:cNvPicPr>
          <p:nvPr/>
        </p:nvPicPr>
        <p:blipFill>
          <a:blip r:embed="rId3">
            <a:clrChange>
              <a:clrFrom>
                <a:srgbClr val="FFFFFF"/>
              </a:clrFrom>
              <a:clrTo>
                <a:srgbClr val="FFFFFF">
                  <a:alpha val="0"/>
                </a:srgbClr>
              </a:clrTo>
            </a:clrChange>
            <a:duotone>
              <a:schemeClr val="accent2">
                <a:shade val="45000"/>
                <a:satMod val="135000"/>
              </a:schemeClr>
              <a:prstClr val="white"/>
            </a:duotone>
          </a:blip>
          <a:srcRect/>
          <a:stretch>
            <a:fillRect/>
          </a:stretch>
        </p:blipFill>
        <p:spPr bwMode="auto">
          <a:xfrm>
            <a:off x="0" y="-1"/>
            <a:ext cx="9144000" cy="2643183"/>
          </a:xfrm>
          <a:prstGeom prst="rect">
            <a:avLst/>
          </a:prstGeom>
          <a:noFill/>
          <a:ln w="9525">
            <a:noFill/>
            <a:miter lim="800000"/>
            <a:headEnd/>
            <a:tailEnd/>
          </a:ln>
          <a:effectLst/>
        </p:spPr>
      </p:pic>
      <p:sp>
        <p:nvSpPr>
          <p:cNvPr id="12" name="11 CuadroTexto"/>
          <p:cNvSpPr txBox="1"/>
          <p:nvPr/>
        </p:nvSpPr>
        <p:spPr>
          <a:xfrm>
            <a:off x="500034" y="71414"/>
            <a:ext cx="8072494" cy="1200329"/>
          </a:xfrm>
          <a:prstGeom prst="rect">
            <a:avLst/>
          </a:prstGeom>
          <a:noFill/>
        </p:spPr>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pt-BR"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FrancophilSans" pitchFamily="2" charset="0"/>
              </a:rPr>
              <a:t>Você, M.·. M.·., quer fazer</a:t>
            </a:r>
          </a:p>
          <a:p>
            <a:pPr algn="ctr"/>
            <a:r>
              <a:rPr lang="pt-BR" sz="3600" b="1"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FrancophilSans" pitchFamily="2" charset="0"/>
              </a:rPr>
              <a:t>maçonaria filosófica e filantrópica?</a:t>
            </a:r>
            <a:endParaRPr lang="pt-BR" sz="3600" b="1"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FrancophilSans" pitchFamily="2" charset="0"/>
            </a:endParaRPr>
          </a:p>
        </p:txBody>
      </p:sp>
      <p:sp>
        <p:nvSpPr>
          <p:cNvPr id="7" name="6 Marcador de número de diapositiva"/>
          <p:cNvSpPr>
            <a:spLocks noGrp="1"/>
          </p:cNvSpPr>
          <p:nvPr>
            <p:ph type="sldNum" sz="quarter" idx="12"/>
          </p:nvPr>
        </p:nvSpPr>
        <p:spPr/>
        <p:txBody>
          <a:bodyPr/>
          <a:lstStyle/>
          <a:p>
            <a:fld id="{4171F0A2-0D57-4026-9174-822EA1BAEC0C}" type="slidenum">
              <a:rPr lang="pt-BR" b="1" smtClean="0">
                <a:latin typeface="FrancophilSans" pitchFamily="2" charset="0"/>
              </a:rPr>
              <a:pPr/>
              <a:t>60</a:t>
            </a:fld>
            <a:endParaRPr lang="pt-BR" b="1" dirty="0">
              <a:latin typeface="FrancophilSans" pitchFamily="2" charset="0"/>
            </a:endParaRPr>
          </a:p>
        </p:txBody>
      </p:sp>
      <p:pic>
        <p:nvPicPr>
          <p:cNvPr id="9" name="8 Imagen" descr="logo HD 2019 trans.png"/>
          <p:cNvPicPr>
            <a:picLocks noChangeAspect="1"/>
          </p:cNvPicPr>
          <p:nvPr/>
        </p:nvPicPr>
        <p:blipFill>
          <a:blip r:embed="rId5" cstate="print">
            <a:clrChange>
              <a:clrFrom>
                <a:srgbClr val="FFFFFF"/>
              </a:clrFrom>
              <a:clrTo>
                <a:srgbClr val="FFFFFF">
                  <a:alpha val="0"/>
                </a:srgbClr>
              </a:clrTo>
            </a:clrChange>
          </a:blip>
          <a:stretch>
            <a:fillRect/>
          </a:stretch>
        </p:blipFill>
        <p:spPr>
          <a:xfrm>
            <a:off x="8690594" y="6429396"/>
            <a:ext cx="239275" cy="239782"/>
          </a:xfrm>
          <a:prstGeom prst="rect">
            <a:avLst/>
          </a:prstGeom>
        </p:spPr>
      </p:pic>
      <p:sp>
        <p:nvSpPr>
          <p:cNvPr id="10" name="9 Marcador de pie de página"/>
          <p:cNvSpPr>
            <a:spLocks noGrp="1"/>
          </p:cNvSpPr>
          <p:nvPr>
            <p:ph type="ftr" sz="quarter" idx="11"/>
          </p:nvPr>
        </p:nvSpPr>
        <p:spPr>
          <a:xfrm>
            <a:off x="2357422" y="6492899"/>
            <a:ext cx="4357718" cy="365125"/>
          </a:xfrm>
        </p:spPr>
        <p:txBody>
          <a:bodyPr/>
          <a:lstStyle/>
          <a:p>
            <a:r>
              <a:rPr lang="pt-BR" dirty="0" smtClean="0">
                <a:solidFill>
                  <a:schemeClr val="bg1"/>
                </a:solidFill>
                <a:latin typeface="FrancophilSans" pitchFamily="2" charset="0"/>
              </a:rPr>
              <a:t>Desenho e produção Henry </a:t>
            </a:r>
            <a:r>
              <a:rPr lang="pt-BR" dirty="0" err="1" smtClean="0">
                <a:solidFill>
                  <a:schemeClr val="bg1"/>
                </a:solidFill>
                <a:latin typeface="FrancophilSans" pitchFamily="2" charset="0"/>
              </a:rPr>
              <a:t>Díaz</a:t>
            </a:r>
            <a:r>
              <a:rPr lang="pt-BR" dirty="0" smtClean="0">
                <a:solidFill>
                  <a:schemeClr val="bg1"/>
                </a:solidFill>
                <a:latin typeface="FrancophilSans" pitchFamily="2" charset="0"/>
              </a:rPr>
              <a:t> +55 11 98 194 1201</a:t>
            </a:r>
            <a:endParaRPr lang="pt-BR" dirty="0">
              <a:solidFill>
                <a:schemeClr val="bg1"/>
              </a:solidFill>
              <a:latin typeface="FrancophilSans" pitchFamily="2" charset="0"/>
            </a:endParaRPr>
          </a:p>
        </p:txBody>
      </p:sp>
    </p:spTree>
  </p:cSld>
  <p:clrMapOvr>
    <a:masterClrMapping/>
  </p:clrMapOvr>
  <p:transition spd="med" advClick="0" advTm="18000">
    <p:wedge/>
    <p:sndAc>
      <p:stSnd>
        <p:snd r:embed="rId2" name="chimes.wav" builtIn="1"/>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1040"/>
                                        </p:tgtEl>
                                        <p:attrNameLst>
                                          <p:attrName>style.visibility</p:attrName>
                                        </p:attrNameLst>
                                      </p:cBhvr>
                                      <p:to>
                                        <p:strVal val="visible"/>
                                      </p:to>
                                    </p:set>
                                    <p:anim calcmode="lin" valueType="num">
                                      <p:cBhvr>
                                        <p:cTn id="7" dur="2000" fill="hold"/>
                                        <p:tgtEl>
                                          <p:spTgt spid="1040"/>
                                        </p:tgtEl>
                                        <p:attrNameLst>
                                          <p:attrName>ppt_w</p:attrName>
                                        </p:attrNameLst>
                                      </p:cBhvr>
                                      <p:tavLst>
                                        <p:tav tm="0">
                                          <p:val>
                                            <p:fltVal val="0"/>
                                          </p:val>
                                        </p:tav>
                                        <p:tav tm="100000">
                                          <p:val>
                                            <p:strVal val="#ppt_w"/>
                                          </p:val>
                                        </p:tav>
                                      </p:tavLst>
                                    </p:anim>
                                    <p:anim calcmode="lin" valueType="num">
                                      <p:cBhvr>
                                        <p:cTn id="8" dur="2000" fill="hold"/>
                                        <p:tgtEl>
                                          <p:spTgt spid="1040"/>
                                        </p:tgtEl>
                                        <p:attrNameLst>
                                          <p:attrName>ppt_h</p:attrName>
                                        </p:attrNameLst>
                                      </p:cBhvr>
                                      <p:tavLst>
                                        <p:tav tm="0">
                                          <p:val>
                                            <p:fltVal val="0"/>
                                          </p:val>
                                        </p:tav>
                                        <p:tav tm="100000">
                                          <p:val>
                                            <p:strVal val="#ppt_h"/>
                                          </p:val>
                                        </p:tav>
                                      </p:tavLst>
                                    </p:anim>
                                    <p:animEffect transition="in" filter="fade">
                                      <p:cBhvr>
                                        <p:cTn id="9" dur="2000"/>
                                        <p:tgtEl>
                                          <p:spTgt spid="1040"/>
                                        </p:tgtEl>
                                      </p:cBhvr>
                                    </p:animEffect>
                                  </p:childTnLst>
                                </p:cTn>
                              </p:par>
                              <p:par>
                                <p:cTn id="10" presetID="42" presetClass="entr" presetSubtype="0" fill="hold" grpId="0" nodeType="withEffect">
                                  <p:stCondLst>
                                    <p:cond delay="0"/>
                                  </p:stCondLst>
                                  <p:iterate type="wd">
                                    <p:tmPct val="10000"/>
                                  </p:iterate>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Trek</Template>
  <TotalTime>6826</TotalTime>
  <Words>2019</Words>
  <Application>Microsoft Office PowerPoint</Application>
  <PresentationFormat>Presentación en pantalla (4:3)</PresentationFormat>
  <Paragraphs>144</Paragraphs>
  <Slides>60</Slides>
  <Notes>2</Notes>
  <HiddenSlides>0</HiddenSlides>
  <MMClips>0</MMClips>
  <ScaleCrop>false</ScaleCrop>
  <HeadingPairs>
    <vt:vector size="4" baseType="variant">
      <vt:variant>
        <vt:lpstr>Tema</vt:lpstr>
      </vt:variant>
      <vt:variant>
        <vt:i4>1</vt:i4>
      </vt:variant>
      <vt:variant>
        <vt:lpstr>Títulos de diapositiva</vt:lpstr>
      </vt:variant>
      <vt:variant>
        <vt:i4>60</vt:i4>
      </vt:variant>
    </vt:vector>
  </HeadingPairs>
  <TitlesOfParts>
    <vt:vector size="61"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lpstr>Diapositiva 36</vt:lpstr>
      <vt:lpstr>Diapositiva 37</vt:lpstr>
      <vt:lpstr>Diapositiva 38</vt:lpstr>
      <vt:lpstr>Diapositiva 39</vt:lpstr>
      <vt:lpstr>Diapositiva 40</vt:lpstr>
      <vt:lpstr>Diapositiva 41</vt:lpstr>
      <vt:lpstr>Diapositiva 42</vt:lpstr>
      <vt:lpstr>Diapositiva 43</vt:lpstr>
      <vt:lpstr>Diapositiva 44</vt:lpstr>
      <vt:lpstr>Diapositiva 45</vt:lpstr>
      <vt:lpstr>Diapositiva 46</vt:lpstr>
      <vt:lpstr>Diapositiva 47</vt:lpstr>
      <vt:lpstr>Diapositiva 48</vt:lpstr>
      <vt:lpstr>Diapositiva 49</vt:lpstr>
      <vt:lpstr>Diapositiva 50</vt:lpstr>
      <vt:lpstr>Diapositiva 51</vt:lpstr>
      <vt:lpstr>Diapositiva 52</vt:lpstr>
      <vt:lpstr>Diapositiva 53</vt:lpstr>
      <vt:lpstr>Diapositiva 54</vt:lpstr>
      <vt:lpstr>Diapositiva 55</vt:lpstr>
      <vt:lpstr>Diapositiva 56</vt:lpstr>
      <vt:lpstr>Diapositiva 57</vt:lpstr>
      <vt:lpstr>Diapositiva 58</vt:lpstr>
      <vt:lpstr>Diapositiva 59</vt:lpstr>
      <vt:lpstr>Diapositiva 60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HD</dc:creator>
  <cp:lastModifiedBy>HD</cp:lastModifiedBy>
  <cp:revision>405</cp:revision>
  <dcterms:created xsi:type="dcterms:W3CDTF">2023-01-27T12:40:26Z</dcterms:created>
  <dcterms:modified xsi:type="dcterms:W3CDTF">2023-02-13T01:38:57Z</dcterms:modified>
</cp:coreProperties>
</file>