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6" r:id="rId3"/>
    <p:sldId id="271" r:id="rId4"/>
    <p:sldId id="272" r:id="rId5"/>
    <p:sldId id="274" r:id="rId6"/>
    <p:sldId id="275" r:id="rId7"/>
    <p:sldId id="277" r:id="rId8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DED51"/>
    <a:srgbClr val="D5DA08"/>
    <a:srgbClr val="CC990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86" d="100"/>
          <a:sy n="86" d="100"/>
        </p:scale>
        <p:origin x="-534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pt-BR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pt-B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A1A84-916D-4CCF-B9F0-BA8E3A805657}" type="datetimeFigureOut">
              <a:rPr lang="pt-BR" smtClean="0"/>
              <a:pPr/>
              <a:t>31/10/2023</a:t>
            </a:fld>
            <a:endParaRPr lang="pt-B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F1A87-29B9-445C-A527-D8A232FB1C03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pt-BR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pt-B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A1A84-916D-4CCF-B9F0-BA8E3A805657}" type="datetimeFigureOut">
              <a:rPr lang="pt-BR" smtClean="0"/>
              <a:pPr/>
              <a:t>31/10/2023</a:t>
            </a:fld>
            <a:endParaRPr lang="pt-B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F1A87-29B9-445C-A527-D8A232FB1C03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pt-B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A1A84-916D-4CCF-B9F0-BA8E3A805657}" type="datetimeFigureOut">
              <a:rPr lang="pt-BR" smtClean="0"/>
              <a:pPr/>
              <a:t>31/10/2023</a:t>
            </a:fld>
            <a:endParaRPr lang="pt-B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F1A87-29B9-445C-A527-D8A232FB1C03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pt-BR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pt-BR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pt-BR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A1A84-916D-4CCF-B9F0-BA8E3A805657}" type="datetimeFigureOut">
              <a:rPr lang="pt-BR" smtClean="0"/>
              <a:pPr/>
              <a:t>31/10/2023</a:t>
            </a:fld>
            <a:endParaRPr lang="pt-B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F1A87-29B9-445C-A527-D8A232FB1C03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pt-B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pt-BR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pt-BR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A1A84-916D-4CCF-B9F0-BA8E3A805657}" type="datetimeFigureOut">
              <a:rPr lang="pt-BR" smtClean="0"/>
              <a:pPr/>
              <a:t>31/10/2023</a:t>
            </a:fld>
            <a:endParaRPr lang="pt-BR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F1A87-29B9-445C-A527-D8A232FB1C03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pt-BR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A1A84-916D-4CCF-B9F0-BA8E3A805657}" type="datetimeFigureOut">
              <a:rPr lang="pt-BR" smtClean="0"/>
              <a:pPr/>
              <a:t>31/10/2023</a:t>
            </a:fld>
            <a:endParaRPr lang="pt-BR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F1A87-29B9-445C-A527-D8A232FB1C03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A1A84-916D-4CCF-B9F0-BA8E3A805657}" type="datetimeFigureOut">
              <a:rPr lang="pt-BR" smtClean="0"/>
              <a:pPr/>
              <a:t>31/10/2023</a:t>
            </a:fld>
            <a:endParaRPr lang="pt-BR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F1A87-29B9-445C-A527-D8A232FB1C03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pt-BR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pt-BR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A1A84-916D-4CCF-B9F0-BA8E3A805657}" type="datetimeFigureOut">
              <a:rPr lang="pt-BR" smtClean="0"/>
              <a:pPr/>
              <a:t>31/10/2023</a:t>
            </a:fld>
            <a:endParaRPr lang="pt-B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F1A87-29B9-445C-A527-D8A232FB1C03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pt-BR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A1A84-916D-4CCF-B9F0-BA8E3A805657}" type="datetimeFigureOut">
              <a:rPr lang="pt-BR" smtClean="0"/>
              <a:pPr/>
              <a:t>31/10/2023</a:t>
            </a:fld>
            <a:endParaRPr lang="pt-B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F1A87-29B9-445C-A527-D8A232FB1C03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pt-BR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pt-B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A1A84-916D-4CCF-B9F0-BA8E3A805657}" type="datetimeFigureOut">
              <a:rPr lang="pt-BR" smtClean="0"/>
              <a:pPr/>
              <a:t>31/10/2023</a:t>
            </a:fld>
            <a:endParaRPr lang="pt-B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F1A87-29B9-445C-A527-D8A232FB1C03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pt-BR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pt-B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A1A84-916D-4CCF-B9F0-BA8E3A805657}" type="datetimeFigureOut">
              <a:rPr lang="pt-BR" smtClean="0"/>
              <a:pPr/>
              <a:t>31/10/2023</a:t>
            </a:fld>
            <a:endParaRPr lang="pt-B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F1A87-29B9-445C-A527-D8A232FB1C03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pt-B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pt-B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2A1A84-916D-4CCF-B9F0-BA8E3A805657}" type="datetimeFigureOut">
              <a:rPr lang="pt-BR" smtClean="0"/>
              <a:pPr/>
              <a:t>31/10/2023</a:t>
            </a:fld>
            <a:endParaRPr lang="pt-B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6F1A87-29B9-445C-A527-D8A232FB1C03}" type="slidenum">
              <a:rPr lang="pt-BR" smtClean="0"/>
              <a:pPr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2" name="Picture 4" descr="https://i.pinimg.com/originals/3e/ae/6f/3eae6fc406e36f6533c4cec1c1e6adc6.jpg"/>
          <p:cNvPicPr>
            <a:picLocks noChangeAspect="1" noChangeArrowheads="1"/>
          </p:cNvPicPr>
          <p:nvPr/>
        </p:nvPicPr>
        <p:blipFill>
          <a:blip r:embed="rId2">
            <a:lum bright="-10000"/>
          </a:blip>
          <a:srcRect r="11111" b="60307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4" name="3 Rectángulo"/>
          <p:cNvSpPr/>
          <p:nvPr/>
        </p:nvSpPr>
        <p:spPr>
          <a:xfrm>
            <a:off x="1285852" y="313962"/>
            <a:ext cx="6643734" cy="1323439"/>
          </a:xfrm>
          <a:prstGeom prst="rect">
            <a:avLst/>
          </a:prstGeom>
          <a:effectLst/>
        </p:spPr>
        <p:txBody>
          <a:bodyPr wrap="square">
            <a:spAutoFit/>
          </a:bodyPr>
          <a:lstStyle/>
          <a:p>
            <a:pPr algn="ctr"/>
            <a:r>
              <a:rPr lang="es-ES" sz="8000" b="1" dirty="0" smtClean="0">
                <a:solidFill>
                  <a:schemeClr val="bg1"/>
                </a:solidFill>
                <a:latin typeface="Book Antiqua" pitchFamily="18" charset="0"/>
              </a:rPr>
              <a:t>Constitución</a:t>
            </a:r>
          </a:p>
        </p:txBody>
      </p:sp>
      <p:sp>
        <p:nvSpPr>
          <p:cNvPr id="5" name="4 Rectángulo"/>
          <p:cNvSpPr/>
          <p:nvPr/>
        </p:nvSpPr>
        <p:spPr>
          <a:xfrm>
            <a:off x="3357554" y="1456970"/>
            <a:ext cx="2214578" cy="923330"/>
          </a:xfrm>
          <a:prstGeom prst="rect">
            <a:avLst/>
          </a:prstGeom>
          <a:effectLst/>
        </p:spPr>
        <p:txBody>
          <a:bodyPr wrap="square">
            <a:spAutoFit/>
          </a:bodyPr>
          <a:lstStyle/>
          <a:p>
            <a:pPr algn="ctr"/>
            <a:r>
              <a:rPr lang="es-ES" sz="5400" dirty="0" smtClean="0">
                <a:solidFill>
                  <a:schemeClr val="bg1"/>
                </a:solidFill>
                <a:latin typeface="Book Antiqua" pitchFamily="18" charset="0"/>
              </a:rPr>
              <a:t>de la</a:t>
            </a:r>
          </a:p>
        </p:txBody>
      </p:sp>
      <p:sp>
        <p:nvSpPr>
          <p:cNvPr id="7" name="6 Rectángulo"/>
          <p:cNvSpPr/>
          <p:nvPr/>
        </p:nvSpPr>
        <p:spPr>
          <a:xfrm>
            <a:off x="857272" y="2099912"/>
            <a:ext cx="3786198" cy="1323439"/>
          </a:xfrm>
          <a:prstGeom prst="rect">
            <a:avLst/>
          </a:prstGeom>
          <a:effectLst/>
        </p:spPr>
        <p:txBody>
          <a:bodyPr wrap="square">
            <a:spAutoFit/>
          </a:bodyPr>
          <a:lstStyle/>
          <a:p>
            <a:pPr algn="ctr"/>
            <a:r>
              <a:rPr lang="es-ES" sz="8000" b="1" dirty="0" smtClean="0">
                <a:solidFill>
                  <a:schemeClr val="bg1"/>
                </a:solidFill>
                <a:latin typeface="Book Antiqua" pitchFamily="18" charset="0"/>
              </a:rPr>
              <a:t>Nueva</a:t>
            </a:r>
          </a:p>
        </p:txBody>
      </p:sp>
      <p:sp>
        <p:nvSpPr>
          <p:cNvPr id="8" name="7 Rectángulo"/>
          <p:cNvSpPr/>
          <p:nvPr/>
        </p:nvSpPr>
        <p:spPr>
          <a:xfrm>
            <a:off x="4286280" y="2599978"/>
            <a:ext cx="857256" cy="92333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s-ES" sz="5400" dirty="0" smtClean="0">
                <a:solidFill>
                  <a:schemeClr val="bg1"/>
                </a:solidFill>
                <a:latin typeface="Book Antiqua" pitchFamily="18" charset="0"/>
              </a:rPr>
              <a:t>y</a:t>
            </a:r>
          </a:p>
        </p:txBody>
      </p:sp>
      <p:sp>
        <p:nvSpPr>
          <p:cNvPr id="9" name="8 Rectángulo"/>
          <p:cNvSpPr/>
          <p:nvPr/>
        </p:nvSpPr>
        <p:spPr>
          <a:xfrm>
            <a:off x="4714908" y="2571744"/>
            <a:ext cx="3786182" cy="1323439"/>
          </a:xfrm>
          <a:prstGeom prst="rect">
            <a:avLst/>
          </a:prstGeom>
          <a:effectLst/>
        </p:spPr>
        <p:txBody>
          <a:bodyPr wrap="square">
            <a:spAutoFit/>
          </a:bodyPr>
          <a:lstStyle/>
          <a:p>
            <a:pPr algn="ctr"/>
            <a:r>
              <a:rPr lang="es-ES" sz="8000" b="1" dirty="0" smtClean="0">
                <a:solidFill>
                  <a:schemeClr val="bg1"/>
                </a:solidFill>
                <a:latin typeface="Book Antiqua" pitchFamily="18" charset="0"/>
              </a:rPr>
              <a:t>Buena</a:t>
            </a:r>
          </a:p>
        </p:txBody>
      </p:sp>
      <p:sp>
        <p:nvSpPr>
          <p:cNvPr id="10" name="9 Rectángulo"/>
          <p:cNvSpPr/>
          <p:nvPr/>
        </p:nvSpPr>
        <p:spPr>
          <a:xfrm>
            <a:off x="214282" y="3742986"/>
            <a:ext cx="5286412" cy="1323439"/>
          </a:xfrm>
          <a:prstGeom prst="rect">
            <a:avLst/>
          </a:prstGeom>
          <a:effectLst/>
        </p:spPr>
        <p:txBody>
          <a:bodyPr wrap="square">
            <a:spAutoFit/>
          </a:bodyPr>
          <a:lstStyle/>
          <a:p>
            <a:pPr algn="ctr"/>
            <a:r>
              <a:rPr lang="es-ES" sz="8000" b="1" dirty="0" smtClean="0">
                <a:solidFill>
                  <a:schemeClr val="bg1"/>
                </a:solidFill>
                <a:latin typeface="Book Antiqua" pitchFamily="18" charset="0"/>
              </a:rPr>
              <a:t>República</a:t>
            </a:r>
          </a:p>
        </p:txBody>
      </p:sp>
      <p:sp>
        <p:nvSpPr>
          <p:cNvPr id="11" name="10 Rectángulo"/>
          <p:cNvSpPr/>
          <p:nvPr/>
        </p:nvSpPr>
        <p:spPr>
          <a:xfrm>
            <a:off x="5786446" y="4429132"/>
            <a:ext cx="1000132" cy="92333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s-ES" sz="5400" dirty="0" smtClean="0">
                <a:solidFill>
                  <a:schemeClr val="bg1"/>
                </a:solidFill>
                <a:latin typeface="Book Antiqua" pitchFamily="18" charset="0"/>
              </a:rPr>
              <a:t>de</a:t>
            </a:r>
          </a:p>
        </p:txBody>
      </p:sp>
      <p:sp>
        <p:nvSpPr>
          <p:cNvPr id="12" name="11 Rectángulo"/>
          <p:cNvSpPr/>
          <p:nvPr/>
        </p:nvSpPr>
        <p:spPr>
          <a:xfrm>
            <a:off x="3357554" y="5023506"/>
            <a:ext cx="5429288" cy="1323439"/>
          </a:xfrm>
          <a:prstGeom prst="rect">
            <a:avLst/>
          </a:prstGeom>
          <a:effectLst/>
        </p:spPr>
        <p:txBody>
          <a:bodyPr wrap="square">
            <a:spAutoFit/>
          </a:bodyPr>
          <a:lstStyle/>
          <a:p>
            <a:pPr algn="ctr"/>
            <a:r>
              <a:rPr lang="es-ES" sz="8000" b="1" dirty="0" smtClean="0">
                <a:solidFill>
                  <a:schemeClr val="bg1"/>
                </a:solidFill>
                <a:latin typeface="Book Antiqua" pitchFamily="18" charset="0"/>
              </a:rPr>
              <a:t>Venezuela</a:t>
            </a:r>
            <a:endParaRPr lang="pt-BR" sz="8000" b="1" dirty="0">
              <a:solidFill>
                <a:schemeClr val="bg1"/>
              </a:solidFill>
              <a:latin typeface="Book Antiqua" pitchFamily="18" charset="0"/>
            </a:endParaRPr>
          </a:p>
        </p:txBody>
      </p:sp>
    </p:spTree>
  </p:cSld>
  <p:clrMapOvr>
    <a:masterClrMapping/>
  </p:clrMapOvr>
  <p:transition advClick="0" advTm="12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3100"/>
                            </p:stCondLst>
                            <p:childTnLst>
                              <p:par>
                                <p:cTn id="1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400"/>
                            </p:stCondLst>
                            <p:childTnLst>
                              <p:par>
                                <p:cTn id="21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100"/>
                            </p:stCondLst>
                            <p:childTnLst>
                              <p:par>
                                <p:cTn id="27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600"/>
                            </p:stCondLst>
                            <p:childTnLst>
                              <p:par>
                                <p:cTn id="33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6300"/>
                            </p:stCondLst>
                            <p:childTnLst>
                              <p:par>
                                <p:cTn id="39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8100"/>
                            </p:stCondLst>
                            <p:childTnLst>
                              <p:par>
                                <p:cTn id="4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9100"/>
                            </p:stCondLst>
                            <p:childTnLst>
                              <p:par>
                                <p:cTn id="5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7" grpId="0"/>
      <p:bldP spid="8" grpId="0"/>
      <p:bldP spid="9" grpId="0"/>
      <p:bldP spid="10" grpId="0"/>
      <p:bldP spid="11" grpId="0"/>
      <p:bldP spid="1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https://i.pinimg.com/originals/3e/ae/6f/3eae6fc406e36f6533c4cec1c1e6adc6.jpg"/>
          <p:cNvPicPr>
            <a:picLocks noChangeAspect="1" noChangeArrowheads="1"/>
          </p:cNvPicPr>
          <p:nvPr/>
        </p:nvPicPr>
        <p:blipFill>
          <a:blip r:embed="rId2">
            <a:lum bright="-10000"/>
          </a:blip>
          <a:srcRect r="11111" b="60307"/>
          <a:stretch>
            <a:fillRect/>
          </a:stretch>
        </p:blipFill>
        <p:spPr bwMode="auto">
          <a:xfrm flipH="1"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15362" name="AutoShape 2" descr="Las 10 Mejores Playas de Venezuela (+Fotos)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5364" name="AutoShape 4" descr="Las 10 Mejores Playas de Venezuela (+Fotos)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5366" name="AutoShape 6" descr="https://enviajes.cl/wp-content/uploads/2015/07/Mejores-playas-de-Venezuela-Playa-Medina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5368" name="AutoShape 8" descr="https://enviajes.cl/wp-content/uploads/2015/07/Mejores-playas-de-Venezuela-Playa-Medina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0" name="9 Rectángulo"/>
          <p:cNvSpPr/>
          <p:nvPr/>
        </p:nvSpPr>
        <p:spPr>
          <a:xfrm>
            <a:off x="214282" y="1692180"/>
            <a:ext cx="8715436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s-ES" sz="3600" i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itchFamily="18" charset="0"/>
              </a:rPr>
              <a:t>Esa lucha política-partidista por el poder</a:t>
            </a:r>
          </a:p>
          <a:p>
            <a:pPr algn="ctr">
              <a:lnSpc>
                <a:spcPct val="200000"/>
              </a:lnSpc>
            </a:pPr>
            <a:r>
              <a:rPr lang="es-ES" sz="3600" i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itchFamily="18" charset="0"/>
              </a:rPr>
              <a:t>es un juego criminal entre corruptos en el cual el país y los decentes seguirán perdiendo…</a:t>
            </a:r>
            <a:endParaRPr lang="es-ES" sz="3600" i="1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 Antiqua" pitchFamily="18" charset="0"/>
            </a:endParaRPr>
          </a:p>
        </p:txBody>
      </p:sp>
    </p:spTree>
  </p:cSld>
  <p:clrMapOvr>
    <a:masterClrMapping/>
  </p:clrMapOvr>
  <p:transition advClick="0" advTm="9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https://i.pinimg.com/originals/3e/ae/6f/3eae6fc406e36f6533c4cec1c1e6adc6.jpg"/>
          <p:cNvPicPr>
            <a:picLocks noChangeAspect="1" noChangeArrowheads="1"/>
          </p:cNvPicPr>
          <p:nvPr/>
        </p:nvPicPr>
        <p:blipFill>
          <a:blip r:embed="rId2">
            <a:lum bright="-10000"/>
          </a:blip>
          <a:srcRect r="11111" b="60307"/>
          <a:stretch>
            <a:fillRect/>
          </a:stretch>
        </p:blipFill>
        <p:spPr bwMode="auto">
          <a:xfrm flipH="1"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15362" name="AutoShape 2" descr="Las 10 Mejores Playas de Venezuela (+Fotos)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5364" name="AutoShape 4" descr="Las 10 Mejores Playas de Venezuela (+Fotos)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5366" name="AutoShape 6" descr="https://enviajes.cl/wp-content/uploads/2015/07/Mejores-playas-de-Venezuela-Playa-Medina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5368" name="AutoShape 8" descr="https://enviajes.cl/wp-content/uploads/2015/07/Mejores-playas-de-Venezuela-Playa-Medina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0" name="9 Rectángulo"/>
          <p:cNvSpPr/>
          <p:nvPr/>
        </p:nvSpPr>
        <p:spPr>
          <a:xfrm>
            <a:off x="0" y="1643050"/>
            <a:ext cx="91440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s-ES" sz="3600" b="1" i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itchFamily="18" charset="0"/>
              </a:rPr>
              <a:t>Venezolanos de bien</a:t>
            </a:r>
            <a:r>
              <a:rPr lang="es-ES" sz="3600" i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itchFamily="18" charset="0"/>
              </a:rPr>
              <a:t>, </a:t>
            </a:r>
            <a:endParaRPr lang="es-ES" sz="3600" i="1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 Antiqua" pitchFamily="18" charset="0"/>
            </a:endParaRPr>
          </a:p>
          <a:p>
            <a:pPr algn="ctr">
              <a:lnSpc>
                <a:spcPct val="200000"/>
              </a:lnSpc>
            </a:pPr>
            <a:r>
              <a:rPr lang="es-ES" sz="3600" i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itchFamily="18" charset="0"/>
              </a:rPr>
              <a:t>vamos a </a:t>
            </a:r>
            <a:r>
              <a:rPr lang="es-ES" sz="3600" b="1" i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itchFamily="18" charset="0"/>
              </a:rPr>
              <a:t>recuperar </a:t>
            </a:r>
            <a:r>
              <a:rPr lang="es-ES" sz="3600" b="1" i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itchFamily="18" charset="0"/>
              </a:rPr>
              <a:t>la patria </a:t>
            </a:r>
            <a:r>
              <a:rPr lang="es-ES" sz="3600" i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itchFamily="18" charset="0"/>
              </a:rPr>
              <a:t>y </a:t>
            </a:r>
          </a:p>
          <a:p>
            <a:pPr algn="ctr">
              <a:lnSpc>
                <a:spcPct val="200000"/>
              </a:lnSpc>
            </a:pPr>
            <a:r>
              <a:rPr lang="es-ES" sz="3600" b="1" i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itchFamily="18" charset="0"/>
              </a:rPr>
              <a:t>refundar la </a:t>
            </a:r>
            <a:r>
              <a:rPr lang="es-ES" sz="3600" b="1" i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itchFamily="18" charset="0"/>
              </a:rPr>
              <a:t>república en ella …</a:t>
            </a:r>
          </a:p>
          <a:p>
            <a:pPr algn="ctr">
              <a:lnSpc>
                <a:spcPct val="200000"/>
              </a:lnSpc>
            </a:pPr>
            <a:r>
              <a:rPr lang="es-ES" sz="3600" i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itchFamily="18" charset="0"/>
              </a:rPr>
              <a:t>porque es nuestro deber y nuestro derecho</a:t>
            </a:r>
            <a:r>
              <a:rPr lang="es-ES" sz="3600" i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itchFamily="18" charset="0"/>
              </a:rPr>
              <a:t>…</a:t>
            </a:r>
            <a:endParaRPr lang="es-ES" sz="3600" i="1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 Antiqua" pitchFamily="18" charset="0"/>
            </a:endParaRPr>
          </a:p>
        </p:txBody>
      </p:sp>
    </p:spTree>
  </p:cSld>
  <p:clrMapOvr>
    <a:masterClrMapping/>
  </p:clrMapOvr>
  <p:transition advClick="0" advTm="9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uiExpan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https://i.pinimg.com/originals/3e/ae/6f/3eae6fc406e36f6533c4cec1c1e6adc6.jpg"/>
          <p:cNvPicPr>
            <a:picLocks noChangeAspect="1" noChangeArrowheads="1"/>
          </p:cNvPicPr>
          <p:nvPr/>
        </p:nvPicPr>
        <p:blipFill>
          <a:blip r:embed="rId2">
            <a:lum bright="-10000"/>
          </a:blip>
          <a:srcRect r="11111" b="60307"/>
          <a:stretch>
            <a:fillRect/>
          </a:stretch>
        </p:blipFill>
        <p:spPr bwMode="auto">
          <a:xfrm flipH="1"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15362" name="AutoShape 2" descr="Las 10 Mejores Playas de Venezuela (+Fotos)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5364" name="AutoShape 4" descr="Las 10 Mejores Playas de Venezuela (+Fotos)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5366" name="AutoShape 6" descr="https://enviajes.cl/wp-content/uploads/2015/07/Mejores-playas-de-Venezuela-Playa-Medina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5368" name="AutoShape 8" descr="https://enviajes.cl/wp-content/uploads/2015/07/Mejores-playas-de-Venezuela-Playa-Medina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0" name="9 Rectángulo"/>
          <p:cNvSpPr/>
          <p:nvPr/>
        </p:nvSpPr>
        <p:spPr>
          <a:xfrm>
            <a:off x="0" y="1643050"/>
            <a:ext cx="91440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s-ES" sz="3600" i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itchFamily="18" charset="0"/>
              </a:rPr>
              <a:t>Seguir esperando que </a:t>
            </a:r>
            <a:endParaRPr lang="es-ES" sz="3600" i="1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 Antiqua" pitchFamily="18" charset="0"/>
            </a:endParaRPr>
          </a:p>
          <a:p>
            <a:pPr algn="ctr">
              <a:lnSpc>
                <a:spcPct val="200000"/>
              </a:lnSpc>
            </a:pPr>
            <a:r>
              <a:rPr lang="es-ES" sz="3600" i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itchFamily="18" charset="0"/>
              </a:rPr>
              <a:t>a</a:t>
            </a:r>
            <a:r>
              <a:rPr lang="es-ES" sz="3600" i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itchFamily="18" charset="0"/>
              </a:rPr>
              <a:t>lguien lo </a:t>
            </a:r>
            <a:r>
              <a:rPr lang="es-ES" sz="3600" i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itchFamily="18" charset="0"/>
              </a:rPr>
              <a:t>haga por nosotros, </a:t>
            </a:r>
            <a:endParaRPr lang="es-ES" sz="3600" i="1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 Antiqua" pitchFamily="18" charset="0"/>
            </a:endParaRPr>
          </a:p>
          <a:p>
            <a:pPr algn="ctr">
              <a:lnSpc>
                <a:spcPct val="200000"/>
              </a:lnSpc>
            </a:pPr>
            <a:r>
              <a:rPr lang="es-ES" sz="3600" i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itchFamily="18" charset="0"/>
              </a:rPr>
              <a:t>es seguir perdiendo </a:t>
            </a:r>
            <a:r>
              <a:rPr lang="es-ES" sz="3600" i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itchFamily="18" charset="0"/>
              </a:rPr>
              <a:t>tiempo y esperanzas.</a:t>
            </a:r>
          </a:p>
        </p:txBody>
      </p:sp>
    </p:spTree>
  </p:cSld>
  <p:clrMapOvr>
    <a:masterClrMapping/>
  </p:clrMapOvr>
  <p:transition advClick="0" advTm="7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7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1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https://i.pinimg.com/originals/3e/ae/6f/3eae6fc406e36f6533c4cec1c1e6adc6.jpg"/>
          <p:cNvPicPr>
            <a:picLocks noChangeAspect="1" noChangeArrowheads="1"/>
          </p:cNvPicPr>
          <p:nvPr/>
        </p:nvPicPr>
        <p:blipFill>
          <a:blip r:embed="rId2">
            <a:lum bright="-10000"/>
          </a:blip>
          <a:srcRect r="11111" b="60307"/>
          <a:stretch>
            <a:fillRect/>
          </a:stretch>
        </p:blipFill>
        <p:spPr bwMode="auto">
          <a:xfrm flipH="1"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15362" name="AutoShape 2" descr="Las 10 Mejores Playas de Venezuela (+Fotos)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5364" name="AutoShape 4" descr="Las 10 Mejores Playas de Venezuela (+Fotos)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5366" name="AutoShape 6" descr="https://enviajes.cl/wp-content/uploads/2015/07/Mejores-playas-de-Venezuela-Playa-Medina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5368" name="AutoShape 8" descr="https://enviajes.cl/wp-content/uploads/2015/07/Mejores-playas-de-Venezuela-Playa-Medina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0" name="9 Rectángulo"/>
          <p:cNvSpPr/>
          <p:nvPr/>
        </p:nvSpPr>
        <p:spPr>
          <a:xfrm>
            <a:off x="0" y="1806949"/>
            <a:ext cx="9144000" cy="32651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s-ES" sz="3600" i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itchFamily="18" charset="0"/>
              </a:rPr>
              <a:t>Se uno más de los que queremos </a:t>
            </a:r>
          </a:p>
          <a:p>
            <a:pPr algn="ctr">
              <a:lnSpc>
                <a:spcPct val="200000"/>
              </a:lnSpc>
            </a:pPr>
            <a:r>
              <a:rPr lang="es-ES" sz="3600" i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itchFamily="18" charset="0"/>
              </a:rPr>
              <a:t>recuperar nuestra patria y </a:t>
            </a:r>
          </a:p>
          <a:p>
            <a:pPr algn="ctr">
              <a:lnSpc>
                <a:spcPct val="200000"/>
              </a:lnSpc>
            </a:pPr>
            <a:r>
              <a:rPr lang="es-ES" sz="3600" i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itchFamily="18" charset="0"/>
              </a:rPr>
              <a:t>refundar la república en ella… </a:t>
            </a:r>
          </a:p>
        </p:txBody>
      </p:sp>
    </p:spTree>
  </p:cSld>
  <p:clrMapOvr>
    <a:masterClrMapping/>
  </p:clrMapOvr>
  <p:transition advClick="0" advTm="9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https://i.pinimg.com/originals/3e/ae/6f/3eae6fc406e36f6533c4cec1c1e6adc6.jpg"/>
          <p:cNvPicPr>
            <a:picLocks noChangeAspect="1" noChangeArrowheads="1"/>
          </p:cNvPicPr>
          <p:nvPr/>
        </p:nvPicPr>
        <p:blipFill>
          <a:blip r:embed="rId2">
            <a:lum bright="-10000"/>
          </a:blip>
          <a:srcRect r="11111" b="60307"/>
          <a:stretch>
            <a:fillRect/>
          </a:stretch>
        </p:blipFill>
        <p:spPr bwMode="auto">
          <a:xfrm flipH="1"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15362" name="AutoShape 2" descr="Las 10 Mejores Playas de Venezuela (+Fotos)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5364" name="AutoShape 4" descr="Las 10 Mejores Playas de Venezuela (+Fotos)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5366" name="AutoShape 6" descr="https://enviajes.cl/wp-content/uploads/2015/07/Mejores-playas-de-Venezuela-Playa-Medina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5368" name="AutoShape 8" descr="https://enviajes.cl/wp-content/uploads/2015/07/Mejores-playas-de-Venezuela-Playa-Medina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0" name="9 Rectángulo"/>
          <p:cNvSpPr/>
          <p:nvPr/>
        </p:nvSpPr>
        <p:spPr>
          <a:xfrm>
            <a:off x="0" y="1727192"/>
            <a:ext cx="91440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s-ES" sz="3600" i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itchFamily="18" charset="0"/>
              </a:rPr>
              <a:t>Forma parte de esta </a:t>
            </a:r>
            <a:r>
              <a:rPr lang="es-ES" sz="3600" i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itchFamily="18" charset="0"/>
              </a:rPr>
              <a:t>alianza,</a:t>
            </a:r>
          </a:p>
          <a:p>
            <a:pPr algn="ctr">
              <a:lnSpc>
                <a:spcPct val="200000"/>
              </a:lnSpc>
            </a:pPr>
            <a:r>
              <a:rPr lang="es-ES" sz="3600" i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itchFamily="18" charset="0"/>
              </a:rPr>
              <a:t>de manera inteligente, seria y profesional.</a:t>
            </a:r>
          </a:p>
          <a:p>
            <a:pPr algn="ctr">
              <a:lnSpc>
                <a:spcPct val="200000"/>
              </a:lnSpc>
            </a:pPr>
            <a:r>
              <a:rPr lang="es-ES" sz="3600" i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itchFamily="18" charset="0"/>
              </a:rPr>
              <a:t>Tu apoyo es </a:t>
            </a:r>
            <a:r>
              <a:rPr lang="es-ES" sz="3600" i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itchFamily="18" charset="0"/>
              </a:rPr>
              <a:t>importante</a:t>
            </a:r>
            <a:endParaRPr lang="es-ES" sz="3600" i="1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 Antiqua" pitchFamily="18" charset="0"/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https://i.pinimg.com/originals/3e/ae/6f/3eae6fc406e36f6533c4cec1c1e6adc6.jpg"/>
          <p:cNvPicPr>
            <a:picLocks noChangeAspect="1" noChangeArrowheads="1"/>
          </p:cNvPicPr>
          <p:nvPr/>
        </p:nvPicPr>
        <p:blipFill>
          <a:blip r:embed="rId2">
            <a:lum bright="-10000"/>
          </a:blip>
          <a:srcRect r="11111" b="60307"/>
          <a:stretch>
            <a:fillRect/>
          </a:stretch>
        </p:blipFill>
        <p:spPr bwMode="auto">
          <a:xfrm flipH="1"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15362" name="AutoShape 2" descr="Las 10 Mejores Playas de Venezuela (+Fotos)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5364" name="AutoShape 4" descr="Las 10 Mejores Playas de Venezuela (+Fotos)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5366" name="AutoShape 6" descr="https://enviajes.cl/wp-content/uploads/2015/07/Mejores-playas-de-Venezuela-Playa-Medina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5368" name="AutoShape 8" descr="https://enviajes.cl/wp-content/uploads/2015/07/Mejores-playas-de-Venezuela-Playa-Medina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0" name="9 Rectángulo"/>
          <p:cNvSpPr/>
          <p:nvPr/>
        </p:nvSpPr>
        <p:spPr>
          <a:xfrm>
            <a:off x="0" y="1870068"/>
            <a:ext cx="91440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s-ES" sz="3600" i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itchFamily="18" charset="0"/>
              </a:rPr>
              <a:t>Venezuela </a:t>
            </a:r>
            <a:r>
              <a:rPr lang="es-ES" sz="3600" i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itchFamily="18" charset="0"/>
              </a:rPr>
              <a:t>te necesita</a:t>
            </a:r>
          </a:p>
          <a:p>
            <a:pPr algn="ctr">
              <a:lnSpc>
                <a:spcPct val="200000"/>
              </a:lnSpc>
            </a:pPr>
            <a:r>
              <a:rPr lang="es-ES" sz="3600" i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itchFamily="18" charset="0"/>
              </a:rPr>
              <a:t>Tu </a:t>
            </a:r>
            <a:r>
              <a:rPr lang="es-ES" sz="3600" i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itchFamily="18" charset="0"/>
              </a:rPr>
              <a:t>descendencia te lo </a:t>
            </a:r>
            <a:r>
              <a:rPr lang="es-ES" sz="3600" i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itchFamily="18" charset="0"/>
              </a:rPr>
              <a:t>agradecerá,</a:t>
            </a:r>
          </a:p>
          <a:p>
            <a:pPr algn="ctr">
              <a:lnSpc>
                <a:spcPct val="200000"/>
              </a:lnSpc>
            </a:pPr>
            <a:r>
              <a:rPr lang="es-ES" sz="3600" i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itchFamily="18" charset="0"/>
              </a:rPr>
              <a:t>y tu conciencia también…</a:t>
            </a:r>
            <a:endParaRPr lang="es-ES" sz="3600" i="1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 Antiqua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448420" y="265819"/>
            <a:ext cx="4266720" cy="18058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8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1215</TotalTime>
  <Words>121</Words>
  <Application>Microsoft Office PowerPoint</Application>
  <PresentationFormat>Presentación en pantalla (4:3)</PresentationFormat>
  <Paragraphs>26</Paragraphs>
  <Slides>7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8" baseType="lpstr">
      <vt:lpstr>Tema de Office</vt:lpstr>
      <vt:lpstr>Diapositiva 1</vt:lpstr>
      <vt:lpstr>Diapositiva 2</vt:lpstr>
      <vt:lpstr>Diapositiva 3</vt:lpstr>
      <vt:lpstr>Diapositiva 4</vt:lpstr>
      <vt:lpstr>Diapositiva 5</vt:lpstr>
      <vt:lpstr>Diapositiva 6</vt:lpstr>
      <vt:lpstr>Diapositiva 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Henry Diaz</dc:creator>
  <cp:lastModifiedBy>Henry Diaz</cp:lastModifiedBy>
  <cp:revision>113</cp:revision>
  <dcterms:created xsi:type="dcterms:W3CDTF">2023-10-15T16:47:29Z</dcterms:created>
  <dcterms:modified xsi:type="dcterms:W3CDTF">2023-10-31T23:51:56Z</dcterms:modified>
</cp:coreProperties>
</file>