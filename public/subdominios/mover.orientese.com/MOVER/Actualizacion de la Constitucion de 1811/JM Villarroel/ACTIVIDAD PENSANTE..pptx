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36959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8218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252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233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581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0335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39469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0840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221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34079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7723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2847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0660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7327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62916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6757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296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21" Type="http://schemas.openxmlformats.org/officeDocument/2006/relationships/image" Target="../media/image4.png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image" Target="../media/image3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2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image" Target="../media/image5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FEFAFB4-D632-4C2B-BDA1-BE856BAEE2AD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39125-361A-476D-AA71-C6025175D8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60449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ctividad Pensativa - LA RESISTENCIA AL ESTRÉS SOMETIDA A PRUEBA ..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65"/>
          <a:stretch/>
        </p:blipFill>
        <p:spPr bwMode="auto">
          <a:xfrm>
            <a:off x="0" y="-73025"/>
            <a:ext cx="12306925" cy="690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9187" y="192973"/>
            <a:ext cx="9144000" cy="2387600"/>
          </a:xfrm>
        </p:spPr>
        <p:txBody>
          <a:bodyPr>
            <a:normAutofit/>
          </a:bodyPr>
          <a:lstStyle/>
          <a:p>
            <a:r>
              <a:rPr lang="es-PE" sz="7200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ACTIVIDAD PENSANTE</a:t>
            </a:r>
          </a:p>
        </p:txBody>
      </p:sp>
    </p:spTree>
    <p:extLst>
      <p:ext uri="{BB962C8B-B14F-4D97-AF65-F5344CB8AC3E}">
        <p14:creationId xmlns:p14="http://schemas.microsoft.com/office/powerpoint/2010/main" val="363836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ACTIVIDAD PENSANTE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3447" y="1495830"/>
            <a:ext cx="5412698" cy="2251700"/>
          </a:xfrm>
        </p:spPr>
        <p:txBody>
          <a:bodyPr>
            <a:normAutofit lnSpcReduction="10000"/>
          </a:bodyPr>
          <a:lstStyle/>
          <a:p>
            <a:r>
              <a:rPr lang="es-PE" sz="2400" dirty="0"/>
              <a:t>Proceso por el cual nuestra mente percibe o capta un determinado e individualizado objeto sensible que se encuentra inmediatamente ante nosotros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6250899" y="1495830"/>
            <a:ext cx="5651291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b="1" dirty="0"/>
              <a:t>PENSAR</a:t>
            </a:r>
            <a:r>
              <a:rPr lang="es-PE" sz="2000" dirty="0"/>
              <a:t>: Es el proceso psíquico o especifico que comprende múltiples y variadas operaciones intelectuales.</a:t>
            </a:r>
          </a:p>
          <a:p>
            <a:endParaRPr lang="es-P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b="1" dirty="0"/>
              <a:t>PENSAMIENTO: </a:t>
            </a:r>
            <a:r>
              <a:rPr lang="es-PE" sz="2000" dirty="0"/>
              <a:t>es el resultado o producto del pensar que como tal, tiene una determinada estructura: ( concepto, juicio, raciocinio)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b="1" dirty="0"/>
              <a:t>SUJETO PENSANTE: </a:t>
            </a:r>
            <a:r>
              <a:rPr lang="es-PE" sz="2000" dirty="0"/>
              <a:t>nosotros humanos, con una peculiar estructura socio cultural (personalidad)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b="1" dirty="0"/>
              <a:t>REALIDAD OBJETIVA</a:t>
            </a:r>
            <a:r>
              <a:rPr lang="es-PE" sz="2000" dirty="0"/>
              <a:t>: es aquella sobre la cual se proyecta el pensar. Aquello en lo que se piensa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endParaRPr lang="es-PE" dirty="0"/>
          </a:p>
          <a:p>
            <a:endParaRPr lang="es-PE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249" y="3959072"/>
            <a:ext cx="2957407" cy="218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4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¿En que consiste la actividad pensante?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94872" y="3267856"/>
            <a:ext cx="2128603" cy="689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/>
              <a:t>SUJETO</a:t>
            </a:r>
          </a:p>
        </p:txBody>
      </p:sp>
      <p:sp>
        <p:nvSpPr>
          <p:cNvPr id="7" name="Flecha derecha 6"/>
          <p:cNvSpPr/>
          <p:nvPr/>
        </p:nvSpPr>
        <p:spPr>
          <a:xfrm>
            <a:off x="2438399" y="3475456"/>
            <a:ext cx="659567" cy="2398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7"/>
          <p:cNvSpPr/>
          <p:nvPr/>
        </p:nvSpPr>
        <p:spPr>
          <a:xfrm>
            <a:off x="3204316" y="3252864"/>
            <a:ext cx="1652497" cy="689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/>
              <a:t>PENSAR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5737654" y="3267856"/>
            <a:ext cx="2559907" cy="689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/>
              <a:t>PENSAMIENTO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9430761" y="3250602"/>
            <a:ext cx="1573967" cy="689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/>
              <a:t>OBJETO</a:t>
            </a: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163" y="3466311"/>
            <a:ext cx="682811" cy="292633"/>
          </a:xfrm>
          <a:prstGeom prst="rect">
            <a:avLst/>
          </a:prstGeom>
        </p:spPr>
      </p:pic>
      <p:sp>
        <p:nvSpPr>
          <p:cNvPr id="15" name="Flecha derecha 14"/>
          <p:cNvSpPr/>
          <p:nvPr/>
        </p:nvSpPr>
        <p:spPr>
          <a:xfrm>
            <a:off x="8618613" y="3475456"/>
            <a:ext cx="659567" cy="2398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8252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ACTIVIDAD PENSANTE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2984292" cy="4351338"/>
          </a:xfrm>
        </p:spPr>
        <p:txBody>
          <a:bodyPr/>
          <a:lstStyle/>
          <a:p>
            <a:pPr marL="0" indent="0">
              <a:buNone/>
            </a:pPr>
            <a:r>
              <a:rPr lang="es-PE" dirty="0"/>
              <a:t>Es una actividad especifica por lo que se distingue de otras actividades de la mente como lo son: percibir, recordar, imaginar, entre otras.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6355830" y="2083633"/>
            <a:ext cx="4422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/>
              <a:t>¿En que consiste esta elaboración de pensamientos?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6355830" y="3354963"/>
            <a:ext cx="39424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/>
              <a:t>¿hay diferencias entre el pensar y los pensamientos?</a:t>
            </a:r>
          </a:p>
        </p:txBody>
      </p:sp>
    </p:spTree>
    <p:extLst>
      <p:ext uri="{BB962C8B-B14F-4D97-AF65-F5344CB8AC3E}">
        <p14:creationId xmlns:p14="http://schemas.microsoft.com/office/powerpoint/2010/main" val="147626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ACTIVIDAD PENSANTE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36823" y="2859945"/>
            <a:ext cx="5952344" cy="10589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PE" dirty="0"/>
              <a:t> </a:t>
            </a:r>
            <a:r>
              <a:rPr lang="es-PE" b="1" dirty="0"/>
              <a:t>¿Qué podemos hacer para dirigirnos a un objeto de un modo general?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167" y="3177916"/>
            <a:ext cx="2619375" cy="260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58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PENSAMIENTO COMPLEJO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79764" y="2170386"/>
            <a:ext cx="3374036" cy="752683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s-PE" sz="3600" dirty="0"/>
              <a:t>Pensar de forma mas compleja</a:t>
            </a:r>
          </a:p>
          <a:p>
            <a:pPr marL="0" indent="0" algn="ctr">
              <a:buNone/>
            </a:pPr>
            <a:endParaRPr lang="es-PE" sz="36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825" y="3863241"/>
            <a:ext cx="2466975" cy="184785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838200" y="3402767"/>
            <a:ext cx="46781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/>
              <a:t>El pensamiento complejo busca integrar y globalizar, religando las partes al todo, el todo a las partes y las partes entre sí, pero tiene la conciencia de que es imposible conocer el todo.</a:t>
            </a:r>
            <a:r>
              <a:rPr lang="es-PE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9907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ACTIVIDAD PENSANTE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4293" y="2772447"/>
            <a:ext cx="8946541" cy="1379830"/>
          </a:xfrm>
        </p:spPr>
        <p:txBody>
          <a:bodyPr/>
          <a:lstStyle/>
          <a:p>
            <a:pPr marL="0" indent="0" algn="ctr">
              <a:buNone/>
            </a:pPr>
            <a:r>
              <a:rPr lang="es-PE" b="1" dirty="0"/>
              <a:t>Josue Manuel Lopez Villarroel</a:t>
            </a:r>
            <a:endParaRPr lang="es-US" b="1" dirty="0"/>
          </a:p>
          <a:p>
            <a:pPr marL="0" indent="0" algn="ctr">
              <a:buNone/>
            </a:pPr>
            <a:r>
              <a:rPr lang="es-US" b="1" dirty="0"/>
              <a:t>M</a:t>
            </a:r>
            <a:r>
              <a:rPr lang="es-PE" b="1" dirty="0"/>
              <a:t>.·.M.·. 7° R.·.F.·.</a:t>
            </a:r>
            <a:endParaRPr lang="es-US" b="1" dirty="0"/>
          </a:p>
          <a:p>
            <a:pPr marL="0" indent="0" algn="ctr">
              <a:buNone/>
            </a:pPr>
            <a:r>
              <a:rPr lang="es-PE" b="1" dirty="0"/>
              <a:t> CABALLERO ROSACRUZ</a:t>
            </a:r>
          </a:p>
        </p:txBody>
      </p:sp>
    </p:spTree>
    <p:extLst>
      <p:ext uri="{BB962C8B-B14F-4D97-AF65-F5344CB8AC3E}">
        <p14:creationId xmlns:p14="http://schemas.microsoft.com/office/powerpoint/2010/main" val="10790262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88</TotalTime>
  <Words>204</Words>
  <Application>Microsoft Office PowerPoint</Application>
  <PresentationFormat>Panorámica</PresentationFormat>
  <Paragraphs>33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Ion</vt:lpstr>
      <vt:lpstr>ACTIVIDAD PENSANTE</vt:lpstr>
      <vt:lpstr>ACTIVIDAD PENSANTE</vt:lpstr>
      <vt:lpstr>¿En que consiste la actividad pensante?</vt:lpstr>
      <vt:lpstr>ACTIVIDAD PENSANTE</vt:lpstr>
      <vt:lpstr>ACTIVIDAD PENSANTE</vt:lpstr>
      <vt:lpstr>PENSAMIENTO COMPLEJO</vt:lpstr>
      <vt:lpstr>ACTIVIDAD PENSANTE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PENSANTE</dc:title>
  <dc:creator>Gentio Hispano</dc:creator>
  <cp:lastModifiedBy>jm.lopezvillarroel.33@gmail.com</cp:lastModifiedBy>
  <cp:revision>12</cp:revision>
  <dcterms:created xsi:type="dcterms:W3CDTF">2023-11-07T22:25:03Z</dcterms:created>
  <dcterms:modified xsi:type="dcterms:W3CDTF">2023-11-08T00:16:26Z</dcterms:modified>
</cp:coreProperties>
</file>