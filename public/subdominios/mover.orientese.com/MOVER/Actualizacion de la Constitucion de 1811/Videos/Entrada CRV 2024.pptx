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1" r:id="rId4"/>
    <p:sldId id="272" r:id="rId5"/>
    <p:sldId id="274" r:id="rId6"/>
    <p:sldId id="275" r:id="rId7"/>
    <p:sldId id="277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ED51"/>
    <a:srgbClr val="D5DA08"/>
    <a:srgbClr val="CC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A1A84-916D-4CCF-B9F0-BA8E3A805657}" type="datetimeFigureOut">
              <a:rPr lang="pt-BR" smtClean="0"/>
              <a:pPr/>
              <a:t>03/11/2023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3 Rectángulo"/>
          <p:cNvSpPr/>
          <p:nvPr/>
        </p:nvSpPr>
        <p:spPr>
          <a:xfrm>
            <a:off x="1285852" y="313962"/>
            <a:ext cx="6643734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Constitución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3357554" y="1456970"/>
            <a:ext cx="2214578" cy="92333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de la</a:t>
            </a:r>
          </a:p>
        </p:txBody>
      </p:sp>
      <p:sp>
        <p:nvSpPr>
          <p:cNvPr id="7" name="6 Rectángulo"/>
          <p:cNvSpPr/>
          <p:nvPr/>
        </p:nvSpPr>
        <p:spPr>
          <a:xfrm>
            <a:off x="857272" y="2099912"/>
            <a:ext cx="3786198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Nueva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4286280" y="2599978"/>
            <a:ext cx="857256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y</a:t>
            </a:r>
          </a:p>
        </p:txBody>
      </p:sp>
      <p:sp>
        <p:nvSpPr>
          <p:cNvPr id="9" name="8 Rectángulo"/>
          <p:cNvSpPr/>
          <p:nvPr/>
        </p:nvSpPr>
        <p:spPr>
          <a:xfrm>
            <a:off x="4714908" y="2571744"/>
            <a:ext cx="3786182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Buena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214282" y="3742986"/>
            <a:ext cx="5286412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República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5786446" y="4429132"/>
            <a:ext cx="1000132" cy="92333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de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3357554" y="5023506"/>
            <a:ext cx="5429288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Venezuela</a:t>
            </a:r>
            <a:endParaRPr lang="pt-BR" sz="80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1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4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6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3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1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2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214282" y="1692180"/>
            <a:ext cx="87154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Esa lucha política-partidista por el poder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es un juego criminal entre corruptos en el cual el país y los decentes seguirán perdiendo…</a:t>
            </a: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547891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Venezolanos de bien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, 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vamos a </a:t>
            </a: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recuperar la patria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y </a:t>
            </a:r>
          </a:p>
          <a:p>
            <a:pPr algn="ctr">
              <a:lnSpc>
                <a:spcPct val="200000"/>
              </a:lnSpc>
            </a:pP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refundar la república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en ella,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porque es nuestro deber y nuestro derecho…</a:t>
            </a: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64305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Seguir esperando que 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alguien lo haga por nosotros, 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es seguir perdiendo tiempo y esperanzas.</a:t>
            </a: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806949"/>
            <a:ext cx="9144000" cy="326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Se uno más de los que queremos 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recuperar nuestra patria y 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refundar la república en ella… </a:t>
            </a: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214422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Forma parte de esta alianza,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de manera inteligente, seria y profesional.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Tu apoyo es importante…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Venezuela te necesita.</a:t>
            </a: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333525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Tu descendencia te lo agradecerá,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y tu conciencia también…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48872" y="906362"/>
            <a:ext cx="5752086" cy="243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123</Words>
  <Application>Microsoft Office PowerPoint</Application>
  <PresentationFormat>Presentación en pantalla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Henry Diaz</dc:creator>
  <cp:lastModifiedBy>Henry Diaz</cp:lastModifiedBy>
  <cp:revision>122</cp:revision>
  <dcterms:created xsi:type="dcterms:W3CDTF">2023-10-15T16:47:29Z</dcterms:created>
  <dcterms:modified xsi:type="dcterms:W3CDTF">2023-11-03T15:31:12Z</dcterms:modified>
</cp:coreProperties>
</file>