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1" r:id="rId6"/>
    <p:sldId id="262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5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A1A84-916D-4CCF-B9F0-BA8E3A805657}" type="datetimeFigureOut">
              <a:rPr lang="pt-BR" smtClean="0"/>
              <a:pPr/>
              <a:t>24/10/2023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928662" y="313962"/>
            <a:ext cx="7215243" cy="1477328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9000" b="1" dirty="0" smtClean="0">
                <a:solidFill>
                  <a:schemeClr val="bg1"/>
                </a:solidFill>
                <a:latin typeface="Book Antiqua" pitchFamily="18" charset="0"/>
              </a:rPr>
              <a:t>Constitución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3357554" y="1456970"/>
            <a:ext cx="2214578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d</a:t>
            </a:r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e la</a:t>
            </a:r>
            <a:endParaRPr lang="es-ES" sz="5400" dirty="0" smtClean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00034" y="2099912"/>
            <a:ext cx="3786198" cy="1477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9000" b="1" dirty="0" smtClean="0">
                <a:solidFill>
                  <a:schemeClr val="bg1"/>
                </a:solidFill>
                <a:latin typeface="Book Antiqua" pitchFamily="18" charset="0"/>
              </a:rPr>
              <a:t>Nueva</a:t>
            </a:r>
            <a:endParaRPr lang="es-ES" sz="9000" b="1" dirty="0" smtClean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4143372" y="2599978"/>
            <a:ext cx="857256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y</a:t>
            </a:r>
          </a:p>
        </p:txBody>
      </p:sp>
      <p:sp>
        <p:nvSpPr>
          <p:cNvPr id="9" name="8 Rectángulo"/>
          <p:cNvSpPr/>
          <p:nvPr/>
        </p:nvSpPr>
        <p:spPr>
          <a:xfrm>
            <a:off x="4714876" y="2571744"/>
            <a:ext cx="3786182" cy="1477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9000" b="1" dirty="0" smtClean="0">
                <a:solidFill>
                  <a:schemeClr val="bg1"/>
                </a:solidFill>
                <a:latin typeface="Book Antiqua" pitchFamily="18" charset="0"/>
              </a:rPr>
              <a:t>Buena</a:t>
            </a:r>
            <a:endParaRPr lang="es-ES" sz="9000" b="1" dirty="0" smtClean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85720" y="3742986"/>
            <a:ext cx="5786478" cy="1477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9000" b="1" dirty="0" smtClean="0">
                <a:solidFill>
                  <a:schemeClr val="bg1"/>
                </a:solidFill>
                <a:latin typeface="Book Antiqua" pitchFamily="18" charset="0"/>
              </a:rPr>
              <a:t>República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072198" y="4605606"/>
            <a:ext cx="1000132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de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2714612" y="5023506"/>
            <a:ext cx="5786478" cy="1477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9000" b="1" dirty="0" smtClean="0">
                <a:solidFill>
                  <a:schemeClr val="bg1"/>
                </a:solidFill>
                <a:latin typeface="Book Antiqua" pitchFamily="18" charset="0"/>
              </a:rPr>
              <a:t>Venezuela</a:t>
            </a:r>
            <a:endParaRPr lang="pt-BR" sz="90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1968"/>
            <a:ext cx="9144032" cy="4608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20 Rectángulo"/>
          <p:cNvSpPr/>
          <p:nvPr/>
        </p:nvSpPr>
        <p:spPr>
          <a:xfrm>
            <a:off x="357158" y="5497313"/>
            <a:ext cx="8358278" cy="646331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En armonía, las pequeñas cosas crecen.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9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8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839"/>
            <a:ext cx="9144000" cy="6858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8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8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8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8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s://photos1.blogger.com/img/6/2632/640/canaima06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4" descr="https://www.notilogia.com/wp-content/uploads/2015/06/cataratas_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66583"/>
            <a:ext cx="9144000" cy="6924583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500034" y="71414"/>
            <a:ext cx="8215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ok Antiqua" pitchFamily="18" charset="0"/>
              </a:rPr>
              <a:t>Tierra de Gracia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71472" y="6286520"/>
            <a:ext cx="82153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  <a:latin typeface="Book Antiqua" pitchFamily="18" charset="0"/>
              </a:rPr>
              <a:t>Imágenes obtenidas de internet.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1000100" y="285728"/>
            <a:ext cx="7215238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500" dirty="0" smtClean="0">
                <a:solidFill>
                  <a:srgbClr val="00B050"/>
                </a:solidFill>
                <a:latin typeface="Book Antiqua" pitchFamily="18" charset="0"/>
              </a:rPr>
              <a:t>Venezolanos de bien, recuperar la patria y refundar la república es nuestro deber y nuestro derecho, esperar que alguien lo haga por nosotros es seguir perdiendo tiempo</a:t>
            </a:r>
          </a:p>
          <a:p>
            <a:pPr algn="ctr"/>
            <a:r>
              <a:rPr lang="es-ES" sz="4500" dirty="0" smtClean="0">
                <a:solidFill>
                  <a:srgbClr val="00B050"/>
                </a:solidFill>
                <a:latin typeface="Book Antiqua" pitchFamily="18" charset="0"/>
              </a:rPr>
              <a:t>y esperanzas.</a:t>
            </a: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6 Imagen" descr="logo mover horizont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264652"/>
            <a:ext cx="9144000" cy="2328696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84</Words>
  <Application>Microsoft Office PowerPoint</Application>
  <PresentationFormat>Presentación en pantalla (4:3)</PresentationFormat>
  <Paragraphs>22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Henry Diaz</dc:creator>
  <cp:lastModifiedBy>Henry Diaz</cp:lastModifiedBy>
  <cp:revision>46</cp:revision>
  <dcterms:created xsi:type="dcterms:W3CDTF">2023-10-15T16:47:29Z</dcterms:created>
  <dcterms:modified xsi:type="dcterms:W3CDTF">2023-10-24T16:28:57Z</dcterms:modified>
</cp:coreProperties>
</file>